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5419F-F08D-4B07-86CB-CE83B01DCF3D}" v="18" dt="2025-05-29T17:28:51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ikumar S" userId="5e24f5dd2b920c26" providerId="LiveId" clId="{1585419F-F08D-4B07-86CB-CE83B01DCF3D}"/>
    <pc:docChg chg="custSel modSld">
      <pc:chgData name="Sanjaikumar S" userId="5e24f5dd2b920c26" providerId="LiveId" clId="{1585419F-F08D-4B07-86CB-CE83B01DCF3D}" dt="2025-05-29T17:28:51.759" v="43"/>
      <pc:docMkLst>
        <pc:docMk/>
      </pc:docMkLst>
      <pc:sldChg chg="modSp mod">
        <pc:chgData name="Sanjaikumar S" userId="5e24f5dd2b920c26" providerId="LiveId" clId="{1585419F-F08D-4B07-86CB-CE83B01DCF3D}" dt="2025-05-28T05:23:56.088" v="26" actId="20577"/>
        <pc:sldMkLst>
          <pc:docMk/>
          <pc:sldMk cId="3679101893" sldId="257"/>
        </pc:sldMkLst>
        <pc:spChg chg="mod">
          <ac:chgData name="Sanjaikumar S" userId="5e24f5dd2b920c26" providerId="LiveId" clId="{1585419F-F08D-4B07-86CB-CE83B01DCF3D}" dt="2025-05-28T05:23:56.088" v="26" actId="20577"/>
          <ac:spMkLst>
            <pc:docMk/>
            <pc:sldMk cId="3679101893" sldId="257"/>
            <ac:spMk id="8" creationId="{E6653123-BE30-9703-268A-6874CB303375}"/>
          </ac:spMkLst>
        </pc:spChg>
      </pc:sldChg>
      <pc:sldChg chg="modSp mod">
        <pc:chgData name="Sanjaikumar S" userId="5e24f5dd2b920c26" providerId="LiveId" clId="{1585419F-F08D-4B07-86CB-CE83B01DCF3D}" dt="2025-05-28T05:16:31.130" v="11" actId="962"/>
        <pc:sldMkLst>
          <pc:docMk/>
          <pc:sldMk cId="4142202184" sldId="260"/>
        </pc:sldMkLst>
        <pc:spChg chg="mod">
          <ac:chgData name="Sanjaikumar S" userId="5e24f5dd2b920c26" providerId="LiveId" clId="{1585419F-F08D-4B07-86CB-CE83B01DCF3D}" dt="2025-05-28T05:16:31.130" v="11" actId="962"/>
          <ac:spMkLst>
            <pc:docMk/>
            <pc:sldMk cId="4142202184" sldId="260"/>
            <ac:spMk id="5" creationId="{1C4BFC5A-0857-EF61-17EF-EAC4F0243C7E}"/>
          </ac:spMkLst>
        </pc:spChg>
      </pc:sldChg>
      <pc:sldChg chg="modSp mod">
        <pc:chgData name="Sanjaikumar S" userId="5e24f5dd2b920c26" providerId="LiveId" clId="{1585419F-F08D-4B07-86CB-CE83B01DCF3D}" dt="2025-05-28T05:12:03.396" v="7" actId="207"/>
        <pc:sldMkLst>
          <pc:docMk/>
          <pc:sldMk cId="2740143692" sldId="261"/>
        </pc:sldMkLst>
        <pc:spChg chg="mod">
          <ac:chgData name="Sanjaikumar S" userId="5e24f5dd2b920c26" providerId="LiveId" clId="{1585419F-F08D-4B07-86CB-CE83B01DCF3D}" dt="2025-05-28T05:12:03.396" v="7" actId="207"/>
          <ac:spMkLst>
            <pc:docMk/>
            <pc:sldMk cId="2740143692" sldId="261"/>
            <ac:spMk id="4" creationId="{6AE037BA-A69A-251F-CCF3-1B21979E7EAB}"/>
          </ac:spMkLst>
        </pc:spChg>
        <pc:spChg chg="mod">
          <ac:chgData name="Sanjaikumar S" userId="5e24f5dd2b920c26" providerId="LiveId" clId="{1585419F-F08D-4B07-86CB-CE83B01DCF3D}" dt="2025-05-28T05:11:45.982" v="6" actId="207"/>
          <ac:spMkLst>
            <pc:docMk/>
            <pc:sldMk cId="2740143692" sldId="261"/>
            <ac:spMk id="9" creationId="{76DEB08E-F81B-FD14-F528-CCA3A3FA048D}"/>
          </ac:spMkLst>
        </pc:spChg>
      </pc:sldChg>
      <pc:sldChg chg="modTransition">
        <pc:chgData name="Sanjaikumar S" userId="5e24f5dd2b920c26" providerId="LiveId" clId="{1585419F-F08D-4B07-86CB-CE83B01DCF3D}" dt="2025-05-29T17:27:50.759" v="32"/>
        <pc:sldMkLst>
          <pc:docMk/>
          <pc:sldMk cId="1145775656" sldId="262"/>
        </pc:sldMkLst>
      </pc:sldChg>
      <pc:sldChg chg="addSp delSp modSp mod modTransition">
        <pc:chgData name="Sanjaikumar S" userId="5e24f5dd2b920c26" providerId="LiveId" clId="{1585419F-F08D-4B07-86CB-CE83B01DCF3D}" dt="2025-05-29T17:27:22.948" v="29"/>
        <pc:sldMkLst>
          <pc:docMk/>
          <pc:sldMk cId="2866017317" sldId="263"/>
        </pc:sldMkLst>
        <pc:picChg chg="add mod">
          <ac:chgData name="Sanjaikumar S" userId="5e24f5dd2b920c26" providerId="LiveId" clId="{1585419F-F08D-4B07-86CB-CE83B01DCF3D}" dt="2025-05-28T05:16:31.128" v="10" actId="27614"/>
          <ac:picMkLst>
            <pc:docMk/>
            <pc:sldMk cId="2866017317" sldId="263"/>
            <ac:picMk id="3" creationId="{92914844-D9EB-613F-347B-5EC7957A191C}"/>
          </ac:picMkLst>
        </pc:picChg>
        <pc:picChg chg="del">
          <ac:chgData name="Sanjaikumar S" userId="5e24f5dd2b920c26" providerId="LiveId" clId="{1585419F-F08D-4B07-86CB-CE83B01DCF3D}" dt="2025-05-28T05:16:09.171" v="8" actId="478"/>
          <ac:picMkLst>
            <pc:docMk/>
            <pc:sldMk cId="2866017317" sldId="263"/>
            <ac:picMk id="7" creationId="{08F6CC1E-9BE3-F11D-2E15-1C629B077BC2}"/>
          </ac:picMkLst>
        </pc:picChg>
      </pc:sldChg>
      <pc:sldChg chg="modSp mod modTransition">
        <pc:chgData name="Sanjaikumar S" userId="5e24f5dd2b920c26" providerId="LiveId" clId="{1585419F-F08D-4B07-86CB-CE83B01DCF3D}" dt="2025-05-29T17:28:16.192" v="36"/>
        <pc:sldMkLst>
          <pc:docMk/>
          <pc:sldMk cId="582920043" sldId="264"/>
        </pc:sldMkLst>
        <pc:spChg chg="mod">
          <ac:chgData name="Sanjaikumar S" userId="5e24f5dd2b920c26" providerId="LiveId" clId="{1585419F-F08D-4B07-86CB-CE83B01DCF3D}" dt="2025-05-28T05:23:36.195" v="24" actId="20577"/>
          <ac:spMkLst>
            <pc:docMk/>
            <pc:sldMk cId="582920043" sldId="264"/>
            <ac:spMk id="7" creationId="{23998B64-6B9D-4FB9-FD55-93F3CF1AA48A}"/>
          </ac:spMkLst>
        </pc:spChg>
      </pc:sldChg>
      <pc:sldChg chg="modTransition">
        <pc:chgData name="Sanjaikumar S" userId="5e24f5dd2b920c26" providerId="LiveId" clId="{1585419F-F08D-4B07-86CB-CE83B01DCF3D}" dt="2025-05-29T17:28:51.759" v="43"/>
        <pc:sldMkLst>
          <pc:docMk/>
          <pc:sldMk cId="1084648649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1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19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6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48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193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19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6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44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009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9821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2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428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771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92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79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165C-D652-2556-40FD-394208961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B3FA3-256B-0692-5463-A2B582178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7884A-D9A9-768B-A7E9-4F2186FD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17308-65EC-34E6-632A-4CD9630E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FA9A2-C9AF-EA0C-099B-9ADCAE33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183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267C-59DD-1B3A-D5CA-FDE64806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7CAD-9F4C-C2F1-157A-61FBDA662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908B8-DE22-C795-97FA-A8B058D0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3061E-3F55-507D-5DF7-41B733BC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8482C-6F27-56C6-F877-AF59B572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469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DE01-9505-C36C-F264-866B6A15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4D278-2312-9C4A-6B08-955B61654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39DB7-EE14-7D75-B993-12E18AF1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700E-BED5-A3A4-0ED1-A6A50013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A21D9-430B-CA25-C631-BE272063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70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E9C1-B668-B1E5-C93D-7A797211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2E79D-4001-0BD8-B94E-B641DD293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6DE32-A7DC-D8FB-B428-C2BD051B9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C8E65-6600-C815-6EE0-8826C9AEC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1675A-E1DB-49E9-026B-B972DD44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FDD9D-95B4-D8A9-0D0D-C1A774D5F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6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A6D46-E4DF-96D6-905C-0A64FA25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C4F34-97C7-8108-A59B-147F72E1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B7A24-9B64-58C0-29B0-C1F0D3283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AAC16-B211-5F91-BC05-1EDE4BB94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CE7F41-9D96-61C7-D678-A7EB982A3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B3FDCA-AB75-15B0-4A78-EA6CA3F8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1727E-6EFD-A007-EACA-91763A5A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76872-F4B4-2B68-4747-173E2A1E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9844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57D3-1932-80AB-237F-FF86D010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F2B5F-9EBD-9183-C725-A0600395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29C77-96C0-D2CC-D985-B503FC39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1BBFC-5ACF-B30F-0F6E-41938C0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574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AA7A3B-24D2-F294-E5A4-3D0B2FB8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658DD-B688-BEC4-37E8-865EF5AB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E85DC-35D2-A8C0-984D-DEFD0DBC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808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9A63-7CB7-A8ED-12E7-AB2D4177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C19CD-63EF-84C7-524F-545B3A940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52C23-B3B2-42C7-1D09-08B369069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398EA-A7D5-5719-0996-04E8F3E7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EEC3E-D9C5-4468-F49B-50D56C58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A16E6-5F0D-F1ED-8F9F-BF89D291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217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0E4E-B74B-F30A-B5AB-CD755A8B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BD5ED-433C-B081-FE01-D738BCC3BD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299A9-94C1-EF8D-580B-1D4AE6A63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B9A45-3F27-7D5C-6652-AD8FC61B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E40B4-D26A-3CF2-27C0-4857E5B9E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465B5-91DB-15C1-78E1-F5D9486B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9871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5090-EE32-8F07-4D75-008FBBB2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1EF02-96D4-AE09-0E55-DB2D2E098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AF425-9CF4-81C5-DA10-CBB9B85B3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571C3-2F50-E0A1-9616-05C87E83B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42DF8-0AFD-B0E1-B91D-E0C62835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2719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24556A-FCFD-2851-8FC7-763D2FCE4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50CD-1AD5-7841-E837-F65BFCB56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3A1E8-C633-DC5C-ECE0-D9B0B7C2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08AD6-9018-99CA-7977-DA747ACC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900DF-F5F0-487E-7FCE-25D27B98C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98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859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149215-6B62-C5CD-291E-4A287DA7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12206-8915-12D0-A262-BF5427735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D56B6-EFF7-0B94-7406-19B77F968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0D0CD-BECA-42E2-9983-2B117F2C2C0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25542-1D26-396F-B35F-FE7999A87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B1D00-737F-E9FC-BB1F-BCA990998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43C3E-858F-4EE5-A939-A36909E25F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9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D29-EBE0-0758-AA25-CF79DFE0CC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7463" y="1227547"/>
            <a:ext cx="12209463" cy="1325562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atin typeface="Arial Black" panose="020B0A04020102020204" pitchFamily="34" charset="0"/>
              </a:rPr>
              <a:t>POWER BI </a:t>
            </a:r>
            <a:br>
              <a:rPr lang="en-IN" sz="4800" b="1" dirty="0">
                <a:latin typeface="Arial Black" panose="020B0A04020102020204" pitchFamily="34" charset="0"/>
              </a:rPr>
            </a:br>
            <a:r>
              <a:rPr lang="en-IN" sz="4800" b="1" dirty="0">
                <a:latin typeface="Arial Black" panose="020B0A04020102020204" pitchFamily="34" charset="0"/>
              </a:rPr>
              <a:t>REINFORCEMENT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F2334-9259-BCA7-BF9E-19BC1309CBAF}"/>
              </a:ext>
            </a:extLst>
          </p:cNvPr>
          <p:cNvSpPr txBox="1"/>
          <p:nvPr/>
        </p:nvSpPr>
        <p:spPr>
          <a:xfrm>
            <a:off x="7885471" y="3844412"/>
            <a:ext cx="2792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PRESENTED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FF2DD-FB9C-F7D4-E001-2B01A6A31ACF}"/>
              </a:ext>
            </a:extLst>
          </p:cNvPr>
          <p:cNvSpPr txBox="1"/>
          <p:nvPr/>
        </p:nvSpPr>
        <p:spPr>
          <a:xfrm>
            <a:off x="7885471" y="4436214"/>
            <a:ext cx="32348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SANJAIKUMAR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ECA6D-5352-DD84-0593-78E9CA3427B0}"/>
              </a:ext>
            </a:extLst>
          </p:cNvPr>
          <p:cNvSpPr txBox="1"/>
          <p:nvPr/>
        </p:nvSpPr>
        <p:spPr>
          <a:xfrm>
            <a:off x="7885470" y="4990212"/>
            <a:ext cx="44441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/>
              <a:t>DA &amp; DS FEBRUARY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53123-BE30-9703-268A-6874CB303375}"/>
              </a:ext>
            </a:extLst>
          </p:cNvPr>
          <p:cNvSpPr txBox="1"/>
          <p:nvPr/>
        </p:nvSpPr>
        <p:spPr>
          <a:xfrm>
            <a:off x="7885471" y="5582014"/>
            <a:ext cx="32348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/>
              <a:t>05-JUNE-2025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679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8479-11B0-CB93-3344-44459EF714B9}"/>
              </a:ext>
            </a:extLst>
          </p:cNvPr>
          <p:cNvSpPr txBox="1"/>
          <p:nvPr/>
        </p:nvSpPr>
        <p:spPr>
          <a:xfrm>
            <a:off x="1061883" y="855406"/>
            <a:ext cx="4650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PROJECT OBJECTIVE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F982342-3AE0-4DC0-1669-DC560DEAD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142" y="1846381"/>
            <a:ext cx="7167347" cy="2049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Explore and analyze used car listings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Identify pricing patterns by brand, year, fuel type, and condition</a:t>
            </a:r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 Power BI for complete data modeling, DAX,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04313758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8479-11B0-CB93-3344-44459EF714B9}"/>
              </a:ext>
            </a:extLst>
          </p:cNvPr>
          <p:cNvSpPr txBox="1"/>
          <p:nvPr/>
        </p:nvSpPr>
        <p:spPr>
          <a:xfrm>
            <a:off x="1061883" y="855406"/>
            <a:ext cx="46506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DATASET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55A69-1F2B-D66A-D5D3-92268A4D44F1}"/>
              </a:ext>
            </a:extLst>
          </p:cNvPr>
          <p:cNvSpPr txBox="1"/>
          <p:nvPr/>
        </p:nvSpPr>
        <p:spPr>
          <a:xfrm>
            <a:off x="1870586" y="1877565"/>
            <a:ext cx="7273413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Raw dataset loaded directly into Power BI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2,500 rows, 10 columns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fields: Brand, Model, Year, Condition, Fuel Type, Mileage, Price</a:t>
            </a:r>
          </a:p>
        </p:txBody>
      </p:sp>
    </p:spTree>
    <p:extLst>
      <p:ext uri="{BB962C8B-B14F-4D97-AF65-F5344CB8AC3E}">
        <p14:creationId xmlns:p14="http://schemas.microsoft.com/office/powerpoint/2010/main" val="391547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8479-11B0-CB93-3344-44459EF714B9}"/>
              </a:ext>
            </a:extLst>
          </p:cNvPr>
          <p:cNvSpPr txBox="1"/>
          <p:nvPr/>
        </p:nvSpPr>
        <p:spPr>
          <a:xfrm>
            <a:off x="1061883" y="855406"/>
            <a:ext cx="8514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DATA PREPERATION IN POWER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BFC5A-0857-EF61-17EF-EAC4F0243C7E}"/>
              </a:ext>
            </a:extLst>
          </p:cNvPr>
          <p:cNvSpPr txBox="1"/>
          <p:nvPr/>
        </p:nvSpPr>
        <p:spPr>
          <a:xfrm>
            <a:off x="2263876" y="1808739"/>
            <a:ext cx="6693309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directly in Power BI (Power Query)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nulls/duplicates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correct data types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external Excel transformation used</a:t>
            </a:r>
          </a:p>
        </p:txBody>
      </p:sp>
    </p:spTree>
    <p:extLst>
      <p:ext uri="{BB962C8B-B14F-4D97-AF65-F5344CB8AC3E}">
        <p14:creationId xmlns:p14="http://schemas.microsoft.com/office/powerpoint/2010/main" val="4142202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538479-11B0-CB93-3344-44459EF714B9}"/>
              </a:ext>
            </a:extLst>
          </p:cNvPr>
          <p:cNvSpPr txBox="1"/>
          <p:nvPr/>
        </p:nvSpPr>
        <p:spPr>
          <a:xfrm>
            <a:off x="1061883" y="855406"/>
            <a:ext cx="85147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CALCULATED COLUMN USING DAX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037BA-A69A-251F-CCF3-1B21979E7EAB}"/>
              </a:ext>
            </a:extLst>
          </p:cNvPr>
          <p:cNvSpPr txBox="1"/>
          <p:nvPr/>
        </p:nvSpPr>
        <p:spPr>
          <a:xfrm>
            <a:off x="2268793" y="1899773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Car Age = YEAR(TODAY()) - '</a:t>
            </a:r>
            <a:r>
              <a:rPr lang="en-IN" b="1" dirty="0" err="1"/>
              <a:t>car_price_prediction</a:t>
            </a:r>
            <a:r>
              <a:rPr lang="en-IN" b="1" dirty="0"/>
              <a:t>_'[Year]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C51E25-778F-BD40-9072-548B6CACDC54}"/>
              </a:ext>
            </a:extLst>
          </p:cNvPr>
          <p:cNvSpPr txBox="1"/>
          <p:nvPr/>
        </p:nvSpPr>
        <p:spPr>
          <a:xfrm>
            <a:off x="2603089" y="242092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Calculates how many years old the car is.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DEB08E-F81B-FD14-F528-CCA3A3FA048D}"/>
              </a:ext>
            </a:extLst>
          </p:cNvPr>
          <p:cNvSpPr txBox="1"/>
          <p:nvPr/>
        </p:nvSpPr>
        <p:spPr>
          <a:xfrm>
            <a:off x="2268793" y="2993827"/>
            <a:ext cx="75192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Price Category = </a:t>
            </a:r>
          </a:p>
          <a:p>
            <a:r>
              <a:rPr lang="en-IN" b="1" dirty="0"/>
              <a:t>SWITCH(</a:t>
            </a:r>
          </a:p>
          <a:p>
            <a:r>
              <a:rPr lang="en-IN" b="1" dirty="0"/>
              <a:t>    TRUE(),</a:t>
            </a:r>
          </a:p>
          <a:p>
            <a:r>
              <a:rPr lang="en-IN" b="1" dirty="0"/>
              <a:t>    '</a:t>
            </a:r>
            <a:r>
              <a:rPr lang="en-IN" b="1" dirty="0" err="1"/>
              <a:t>car_price_prediction</a:t>
            </a:r>
            <a:r>
              <a:rPr lang="en-IN" b="1" dirty="0"/>
              <a:t>_'[Price] &lt; 300000, "Budget",</a:t>
            </a:r>
          </a:p>
          <a:p>
            <a:r>
              <a:rPr lang="en-IN" b="1" dirty="0"/>
              <a:t>    '</a:t>
            </a:r>
            <a:r>
              <a:rPr lang="en-IN" b="1" dirty="0" err="1"/>
              <a:t>car_price_prediction</a:t>
            </a:r>
            <a:r>
              <a:rPr lang="en-IN" b="1" dirty="0"/>
              <a:t>_'[Price] &lt; 700000, "Mid-Range",</a:t>
            </a:r>
          </a:p>
          <a:p>
            <a:r>
              <a:rPr lang="en-IN" b="1" dirty="0"/>
              <a:t>    "Premium"</a:t>
            </a:r>
          </a:p>
          <a:p>
            <a:r>
              <a:rPr lang="en-IN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E4AE7-5ACF-69E9-ED73-ABE3233CD71B}"/>
              </a:ext>
            </a:extLst>
          </p:cNvPr>
          <p:cNvSpPr txBox="1"/>
          <p:nvPr/>
        </p:nvSpPr>
        <p:spPr>
          <a:xfrm>
            <a:off x="2603089" y="5103543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Categorizes cars into </a:t>
            </a:r>
            <a:r>
              <a:rPr lang="en-US" b="1" dirty="0"/>
              <a:t>Budget</a:t>
            </a:r>
            <a:r>
              <a:rPr lang="en-US" dirty="0"/>
              <a:t>, </a:t>
            </a:r>
            <a:r>
              <a:rPr lang="en-US" b="1" dirty="0"/>
              <a:t>Mid-Range</a:t>
            </a:r>
            <a:r>
              <a:rPr lang="en-US" dirty="0"/>
              <a:t>, and </a:t>
            </a:r>
            <a:r>
              <a:rPr lang="en-US" b="1" dirty="0"/>
              <a:t>Premium</a:t>
            </a:r>
            <a:r>
              <a:rPr lang="en-US" dirty="0"/>
              <a:t> segments.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14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770C6E-424B-0F13-6A83-6D5F4FA837F8}"/>
              </a:ext>
            </a:extLst>
          </p:cNvPr>
          <p:cNvSpPr txBox="1"/>
          <p:nvPr/>
        </p:nvSpPr>
        <p:spPr>
          <a:xfrm>
            <a:off x="904568" y="766916"/>
            <a:ext cx="564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DAX MEASURES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C6130F7-A4C7-1575-61A1-3A0FBB8AD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367" y="1474802"/>
            <a:ext cx="4743671" cy="4819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 Unicode MS"/>
              </a:rPr>
              <a:t>Total Cars</a:t>
            </a:r>
            <a:endParaRPr lang="en-US" altLang="en-US" sz="1400" dirty="0"/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 Unicode MS"/>
              </a:rPr>
              <a:t>Average Price</a:t>
            </a:r>
            <a:endParaRPr lang="en-US" altLang="en-US" sz="1400" dirty="0"/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 Unicode MS"/>
              </a:rPr>
              <a:t>Average Mileage</a:t>
            </a:r>
            <a:endParaRPr lang="en-US" altLang="en-US" sz="1400" dirty="0"/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 Unicode MS"/>
              </a:rPr>
              <a:t>Car Count by Brand</a:t>
            </a:r>
            <a:endParaRPr lang="en-US" altLang="en-US" sz="1400" dirty="0"/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 Unicode MS"/>
              </a:rPr>
              <a:t>Avg Price by Fuel Type</a:t>
            </a:r>
            <a:endParaRPr lang="en-US" altLang="en-US" sz="1400" dirty="0"/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 Unicode MS"/>
              </a:rPr>
              <a:t>% by Price Category</a:t>
            </a:r>
            <a:endParaRPr lang="en-US" altLang="en-US" dirty="0"/>
          </a:p>
          <a:p>
            <a:pPr marL="285750" lvl="0" indent="-285750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Total of 10–12 measures used for insights</a:t>
            </a:r>
          </a:p>
        </p:txBody>
      </p:sp>
    </p:spTree>
    <p:extLst>
      <p:ext uri="{BB962C8B-B14F-4D97-AF65-F5344CB8AC3E}">
        <p14:creationId xmlns:p14="http://schemas.microsoft.com/office/powerpoint/2010/main" val="1145775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C03E-4246-EE5F-E54C-B01B648D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 with graphs and charts&#10;&#10;AI-generated content may be incorrect.">
            <a:extLst>
              <a:ext uri="{FF2B5EF4-FFF2-40B4-BE49-F238E27FC236}">
                <a16:creationId xmlns:a16="http://schemas.microsoft.com/office/drawing/2014/main" id="{92914844-D9EB-613F-347B-5EC7957A1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"/>
            <a:ext cx="12192000" cy="683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1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B0E7F-D4D6-F0C8-6B97-26F11311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B84AE-6AF9-E2BC-7DB9-D7ADEFE2AF90}"/>
              </a:ext>
            </a:extLst>
          </p:cNvPr>
          <p:cNvSpPr txBox="1"/>
          <p:nvPr/>
        </p:nvSpPr>
        <p:spPr>
          <a:xfrm>
            <a:off x="904568" y="766916"/>
            <a:ext cx="564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KEY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98B64-6B9D-4FB9-FD55-93F3CF1AA48A}"/>
              </a:ext>
            </a:extLst>
          </p:cNvPr>
          <p:cNvSpPr txBox="1"/>
          <p:nvPr/>
        </p:nvSpPr>
        <p:spPr>
          <a:xfrm>
            <a:off x="1860755" y="1474802"/>
            <a:ext cx="8689258" cy="4274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Brands like </a:t>
            </a:r>
            <a:r>
              <a:rPr lang="en-US" altLang="en-US" dirty="0">
                <a:latin typeface="Arial" panose="020B0604020202020204" pitchFamily="34" charset="0"/>
              </a:rPr>
              <a:t>BMW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have the highest average prices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Diesel is the most common (26.2%)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Petrol, Hybrid, and Electric each contribute nearly 24–25%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Newer cars are priced significantly higher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/>
              <a:t>Average price peaked in </a:t>
            </a:r>
            <a:r>
              <a:rPr lang="en-US" b="1" dirty="0"/>
              <a:t>2003, 2006, 2012</a:t>
            </a:r>
            <a:r>
              <a:rPr lang="en-US" dirty="0"/>
              <a:t> (57K)</a:t>
            </a:r>
          </a:p>
          <a:p>
            <a:pPr marL="342900" marR="0" lvl="0" indent="-3429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+mj-lt"/>
              </a:rPr>
              <a:t>Used cars show highest average mileage 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2920043"/>
      </p:ext>
    </p:extLst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253D-5349-AF6B-3BED-1C827BA1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AC7030-327C-AB32-6DFA-736CE0585916}"/>
              </a:ext>
            </a:extLst>
          </p:cNvPr>
          <p:cNvSpPr txBox="1"/>
          <p:nvPr/>
        </p:nvSpPr>
        <p:spPr>
          <a:xfrm>
            <a:off x="904568" y="766916"/>
            <a:ext cx="4168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5D2E5-99EC-C967-56E7-063E0A19768C}"/>
              </a:ext>
            </a:extLst>
          </p:cNvPr>
          <p:cNvSpPr txBox="1"/>
          <p:nvPr/>
        </p:nvSpPr>
        <p:spPr>
          <a:xfrm>
            <a:off x="1391265" y="1549709"/>
            <a:ext cx="9409470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Fuel type and car condition affect price and mileage. Diesel cars are most common, and used cars have the highest mileage.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Trends: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 prices fluctuate over the years, with peaks in 2003, 2006, and 2012.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Toyota has the highest car count, while Ford has the lowest, with a balanced presence across brands.</a:t>
            </a:r>
          </a:p>
        </p:txBody>
      </p:sp>
    </p:spTree>
    <p:extLst>
      <p:ext uri="{BB962C8B-B14F-4D97-AF65-F5344CB8AC3E}">
        <p14:creationId xmlns:p14="http://schemas.microsoft.com/office/powerpoint/2010/main" val="108464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253D-5349-AF6B-3BED-1C827BA1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D1D052-996E-B095-E24A-2857E49EF6FD}"/>
              </a:ext>
            </a:extLst>
          </p:cNvPr>
          <p:cNvSpPr txBox="1"/>
          <p:nvPr/>
        </p:nvSpPr>
        <p:spPr>
          <a:xfrm>
            <a:off x="3927987" y="2413337"/>
            <a:ext cx="43360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Black" panose="020B0A04020102020204" pitchFamily="34" charset="0"/>
              </a:rPr>
              <a:t>THANK U</a:t>
            </a:r>
          </a:p>
        </p:txBody>
      </p:sp>
    </p:spTree>
    <p:extLst>
      <p:ext uri="{BB962C8B-B14F-4D97-AF65-F5344CB8AC3E}">
        <p14:creationId xmlns:p14="http://schemas.microsoft.com/office/powerpoint/2010/main" val="85968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ippl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347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Black</vt:lpstr>
      <vt:lpstr>Arial Unicode MS</vt:lpstr>
      <vt:lpstr>Calibri</vt:lpstr>
      <vt:lpstr>Calibri Light</vt:lpstr>
      <vt:lpstr>Tw Cen MT</vt:lpstr>
      <vt:lpstr>Circuit</vt:lpstr>
      <vt:lpstr>Office Theme</vt:lpstr>
      <vt:lpstr>POWER BI  REINFORCEMENT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sanjaikumar s</dc:creator>
  <cp:lastModifiedBy>Sanjaikumar S</cp:lastModifiedBy>
  <cp:revision>6</cp:revision>
  <dcterms:created xsi:type="dcterms:W3CDTF">2025-05-04T08:45:58Z</dcterms:created>
  <dcterms:modified xsi:type="dcterms:W3CDTF">2025-06-05T05:12:35Z</dcterms:modified>
</cp:coreProperties>
</file>