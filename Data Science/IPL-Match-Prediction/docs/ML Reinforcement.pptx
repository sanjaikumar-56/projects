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0C9EFA-C9D0-42B7-81C4-557E439A841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A84AFBE-531C-405B-806D-8F8CB44EF9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Predict the winning team in IPL matches using historical match data.</a:t>
          </a:r>
          <a:endParaRPr lang="en-US"/>
        </a:p>
      </dgm:t>
    </dgm:pt>
    <dgm:pt modelId="{05F0C060-932B-4931-815E-B61CFA6E5F8A}" type="parTrans" cxnId="{CB8DF7DA-5E6E-4123-BC3B-8B1DC3D964FE}">
      <dgm:prSet/>
      <dgm:spPr/>
      <dgm:t>
        <a:bodyPr/>
        <a:lstStyle/>
        <a:p>
          <a:endParaRPr lang="en-US"/>
        </a:p>
      </dgm:t>
    </dgm:pt>
    <dgm:pt modelId="{BA2205B9-3228-43FD-BD82-CF1274F4D58B}" type="sibTrans" cxnId="{CB8DF7DA-5E6E-4123-BC3B-8B1DC3D964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7304F3-19BD-4AAF-A367-B0A63F0DB5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Apply multiple machine learning algorithms.</a:t>
          </a:r>
          <a:endParaRPr lang="en-US"/>
        </a:p>
      </dgm:t>
    </dgm:pt>
    <dgm:pt modelId="{19A33A2E-E13D-48A6-95FE-1B197A6A0664}" type="parTrans" cxnId="{E609EC2F-0005-48FF-AC00-A91FDE7A30B0}">
      <dgm:prSet/>
      <dgm:spPr/>
      <dgm:t>
        <a:bodyPr/>
        <a:lstStyle/>
        <a:p>
          <a:endParaRPr lang="en-US"/>
        </a:p>
      </dgm:t>
    </dgm:pt>
    <dgm:pt modelId="{2D9F68F5-1695-4872-95A3-2A7B7E832EFB}" type="sibTrans" cxnId="{E609EC2F-0005-48FF-AC00-A91FDE7A30B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51D409-0AFA-4C31-995C-BD15184B96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Compare models and identify the best performer.</a:t>
          </a:r>
          <a:endParaRPr lang="en-US"/>
        </a:p>
      </dgm:t>
    </dgm:pt>
    <dgm:pt modelId="{CC71BAB3-0B59-4FCF-B975-5B8EAA85108A}" type="parTrans" cxnId="{CC7CC86C-AF0A-4B40-AD7D-185F1620F70A}">
      <dgm:prSet/>
      <dgm:spPr/>
      <dgm:t>
        <a:bodyPr/>
        <a:lstStyle/>
        <a:p>
          <a:endParaRPr lang="en-US"/>
        </a:p>
      </dgm:t>
    </dgm:pt>
    <dgm:pt modelId="{F15D08D7-661E-4054-ADFC-ED5C7442D4C3}" type="sibTrans" cxnId="{CC7CC86C-AF0A-4B40-AD7D-185F1620F70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6091FF-6350-4081-BA0A-8956C593F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Save the best model for future predictions.</a:t>
          </a:r>
          <a:endParaRPr lang="en-US"/>
        </a:p>
      </dgm:t>
    </dgm:pt>
    <dgm:pt modelId="{E9EB0A5E-61EF-4EF3-8530-3CDE623B58CD}" type="parTrans" cxnId="{BBCCB819-D1C7-400E-B624-BF8910C14C95}">
      <dgm:prSet/>
      <dgm:spPr/>
      <dgm:t>
        <a:bodyPr/>
        <a:lstStyle/>
        <a:p>
          <a:endParaRPr lang="en-US"/>
        </a:p>
      </dgm:t>
    </dgm:pt>
    <dgm:pt modelId="{96D9A8FF-E329-45C0-9528-EB0DC99F1CDB}" type="sibTrans" cxnId="{BBCCB819-D1C7-400E-B624-BF8910C14C95}">
      <dgm:prSet/>
      <dgm:spPr/>
      <dgm:t>
        <a:bodyPr/>
        <a:lstStyle/>
        <a:p>
          <a:endParaRPr lang="en-US"/>
        </a:p>
      </dgm:t>
    </dgm:pt>
    <dgm:pt modelId="{A92BF3FE-BBD3-4D4F-8FE5-6AFEB3735AAA}" type="pres">
      <dgm:prSet presAssocID="{070C9EFA-C9D0-42B7-81C4-557E439A8412}" presName="root" presStyleCnt="0">
        <dgm:presLayoutVars>
          <dgm:dir/>
          <dgm:resizeHandles val="exact"/>
        </dgm:presLayoutVars>
      </dgm:prSet>
      <dgm:spPr/>
    </dgm:pt>
    <dgm:pt modelId="{136245BC-FD2D-43F0-BD23-81CAE0C57BCB}" type="pres">
      <dgm:prSet presAssocID="{070C9EFA-C9D0-42B7-81C4-557E439A8412}" presName="container" presStyleCnt="0">
        <dgm:presLayoutVars>
          <dgm:dir/>
          <dgm:resizeHandles val="exact"/>
        </dgm:presLayoutVars>
      </dgm:prSet>
      <dgm:spPr/>
    </dgm:pt>
    <dgm:pt modelId="{0460012C-4E88-4279-ABC8-52ED31D496EB}" type="pres">
      <dgm:prSet presAssocID="{2A84AFBE-531C-405B-806D-8F8CB44EF9B5}" presName="compNode" presStyleCnt="0"/>
      <dgm:spPr/>
    </dgm:pt>
    <dgm:pt modelId="{AA35402B-A99B-41EF-9CD5-849F86175D3F}" type="pres">
      <dgm:prSet presAssocID="{2A84AFBE-531C-405B-806D-8F8CB44EF9B5}" presName="iconBgRect" presStyleLbl="bgShp" presStyleIdx="0" presStyleCnt="4"/>
      <dgm:spPr/>
    </dgm:pt>
    <dgm:pt modelId="{4A87C739-F928-42D6-899A-1A166E401487}" type="pres">
      <dgm:prSet presAssocID="{2A84AFBE-531C-405B-806D-8F8CB44EF9B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D57DC003-95BC-4CC6-8F46-999FDB41BD0E}" type="pres">
      <dgm:prSet presAssocID="{2A84AFBE-531C-405B-806D-8F8CB44EF9B5}" presName="spaceRect" presStyleCnt="0"/>
      <dgm:spPr/>
    </dgm:pt>
    <dgm:pt modelId="{13E0B95E-DF85-4B15-B960-947AB834986C}" type="pres">
      <dgm:prSet presAssocID="{2A84AFBE-531C-405B-806D-8F8CB44EF9B5}" presName="textRect" presStyleLbl="revTx" presStyleIdx="0" presStyleCnt="4">
        <dgm:presLayoutVars>
          <dgm:chMax val="1"/>
          <dgm:chPref val="1"/>
        </dgm:presLayoutVars>
      </dgm:prSet>
      <dgm:spPr/>
    </dgm:pt>
    <dgm:pt modelId="{89288F68-E013-4DCD-9329-ED60AAA6B1C0}" type="pres">
      <dgm:prSet presAssocID="{BA2205B9-3228-43FD-BD82-CF1274F4D58B}" presName="sibTrans" presStyleLbl="sibTrans2D1" presStyleIdx="0" presStyleCnt="0"/>
      <dgm:spPr/>
    </dgm:pt>
    <dgm:pt modelId="{E7D880AB-C9D6-4EB1-B597-E49B1A340F69}" type="pres">
      <dgm:prSet presAssocID="{2F7304F3-19BD-4AAF-A367-B0A63F0DB5A1}" presName="compNode" presStyleCnt="0"/>
      <dgm:spPr/>
    </dgm:pt>
    <dgm:pt modelId="{12165162-D175-4499-AA2D-05346C6DE341}" type="pres">
      <dgm:prSet presAssocID="{2F7304F3-19BD-4AAF-A367-B0A63F0DB5A1}" presName="iconBgRect" presStyleLbl="bgShp" presStyleIdx="1" presStyleCnt="4"/>
      <dgm:spPr/>
    </dgm:pt>
    <dgm:pt modelId="{4ACDA3B4-7FD7-4349-B628-1B718C6DC09B}" type="pres">
      <dgm:prSet presAssocID="{2F7304F3-19BD-4AAF-A367-B0A63F0DB5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522908-CEB6-4D40-A212-B3426ADCBAE0}" type="pres">
      <dgm:prSet presAssocID="{2F7304F3-19BD-4AAF-A367-B0A63F0DB5A1}" presName="spaceRect" presStyleCnt="0"/>
      <dgm:spPr/>
    </dgm:pt>
    <dgm:pt modelId="{3195E6E5-B562-4BE9-8C5D-1B9F0CD8853F}" type="pres">
      <dgm:prSet presAssocID="{2F7304F3-19BD-4AAF-A367-B0A63F0DB5A1}" presName="textRect" presStyleLbl="revTx" presStyleIdx="1" presStyleCnt="4">
        <dgm:presLayoutVars>
          <dgm:chMax val="1"/>
          <dgm:chPref val="1"/>
        </dgm:presLayoutVars>
      </dgm:prSet>
      <dgm:spPr/>
    </dgm:pt>
    <dgm:pt modelId="{97C678F6-905D-43F3-9594-A12E57A1BC8C}" type="pres">
      <dgm:prSet presAssocID="{2D9F68F5-1695-4872-95A3-2A7B7E832EFB}" presName="sibTrans" presStyleLbl="sibTrans2D1" presStyleIdx="0" presStyleCnt="0"/>
      <dgm:spPr/>
    </dgm:pt>
    <dgm:pt modelId="{2D6AA0D8-7CBB-44A3-9C46-932E640EC1F2}" type="pres">
      <dgm:prSet presAssocID="{8951D409-0AFA-4C31-995C-BD15184B9681}" presName="compNode" presStyleCnt="0"/>
      <dgm:spPr/>
    </dgm:pt>
    <dgm:pt modelId="{F98FA75F-CC78-4E64-BFDA-C9B142979BEE}" type="pres">
      <dgm:prSet presAssocID="{8951D409-0AFA-4C31-995C-BD15184B9681}" presName="iconBgRect" presStyleLbl="bgShp" presStyleIdx="2" presStyleCnt="4"/>
      <dgm:spPr/>
    </dgm:pt>
    <dgm:pt modelId="{11227B0E-3960-4FC2-BAA6-F2551C6AF8B2}" type="pres">
      <dgm:prSet presAssocID="{8951D409-0AFA-4C31-995C-BD15184B968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54EC5B3-FCCE-468F-B11D-136BA64D619D}" type="pres">
      <dgm:prSet presAssocID="{8951D409-0AFA-4C31-995C-BD15184B9681}" presName="spaceRect" presStyleCnt="0"/>
      <dgm:spPr/>
    </dgm:pt>
    <dgm:pt modelId="{9765BA51-9C22-4647-AD4B-F434A33B9CBE}" type="pres">
      <dgm:prSet presAssocID="{8951D409-0AFA-4C31-995C-BD15184B9681}" presName="textRect" presStyleLbl="revTx" presStyleIdx="2" presStyleCnt="4">
        <dgm:presLayoutVars>
          <dgm:chMax val="1"/>
          <dgm:chPref val="1"/>
        </dgm:presLayoutVars>
      </dgm:prSet>
      <dgm:spPr/>
    </dgm:pt>
    <dgm:pt modelId="{3967764F-CD32-44EB-A7F2-9AEC12693F4F}" type="pres">
      <dgm:prSet presAssocID="{F15D08D7-661E-4054-ADFC-ED5C7442D4C3}" presName="sibTrans" presStyleLbl="sibTrans2D1" presStyleIdx="0" presStyleCnt="0"/>
      <dgm:spPr/>
    </dgm:pt>
    <dgm:pt modelId="{67AE6E9E-1486-4108-AB19-21EFD43405B7}" type="pres">
      <dgm:prSet presAssocID="{AB6091FF-6350-4081-BA0A-8956C593F99B}" presName="compNode" presStyleCnt="0"/>
      <dgm:spPr/>
    </dgm:pt>
    <dgm:pt modelId="{FE3AB527-8615-4CA7-97F0-F10949A90136}" type="pres">
      <dgm:prSet presAssocID="{AB6091FF-6350-4081-BA0A-8956C593F99B}" presName="iconBgRect" presStyleLbl="bgShp" presStyleIdx="3" presStyleCnt="4"/>
      <dgm:spPr/>
    </dgm:pt>
    <dgm:pt modelId="{C7F80821-1DAC-46F3-89AB-8A33493A8C86}" type="pres">
      <dgm:prSet presAssocID="{AB6091FF-6350-4081-BA0A-8956C593F9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4DA541B-14F7-43A1-935F-E11009851F55}" type="pres">
      <dgm:prSet presAssocID="{AB6091FF-6350-4081-BA0A-8956C593F99B}" presName="spaceRect" presStyleCnt="0"/>
      <dgm:spPr/>
    </dgm:pt>
    <dgm:pt modelId="{C865E4EC-DD5C-42F4-851B-D4247821B89C}" type="pres">
      <dgm:prSet presAssocID="{AB6091FF-6350-4081-BA0A-8956C593F9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BCCB819-D1C7-400E-B624-BF8910C14C95}" srcId="{070C9EFA-C9D0-42B7-81C4-557E439A8412}" destId="{AB6091FF-6350-4081-BA0A-8956C593F99B}" srcOrd="3" destOrd="0" parTransId="{E9EB0A5E-61EF-4EF3-8530-3CDE623B58CD}" sibTransId="{96D9A8FF-E329-45C0-9528-EB0DC99F1CDB}"/>
    <dgm:cxn modelId="{7788942A-72EB-4BC4-BBDC-33E6DCB4F0BA}" type="presOf" srcId="{8951D409-0AFA-4C31-995C-BD15184B9681}" destId="{9765BA51-9C22-4647-AD4B-F434A33B9CBE}" srcOrd="0" destOrd="0" presId="urn:microsoft.com/office/officeart/2018/2/layout/IconCircleList"/>
    <dgm:cxn modelId="{E609EC2F-0005-48FF-AC00-A91FDE7A30B0}" srcId="{070C9EFA-C9D0-42B7-81C4-557E439A8412}" destId="{2F7304F3-19BD-4AAF-A367-B0A63F0DB5A1}" srcOrd="1" destOrd="0" parTransId="{19A33A2E-E13D-48A6-95FE-1B197A6A0664}" sibTransId="{2D9F68F5-1695-4872-95A3-2A7B7E832EFB}"/>
    <dgm:cxn modelId="{FBE4F75F-C37C-470D-902A-2AA5FBCADD4E}" type="presOf" srcId="{2A84AFBE-531C-405B-806D-8F8CB44EF9B5}" destId="{13E0B95E-DF85-4B15-B960-947AB834986C}" srcOrd="0" destOrd="0" presId="urn:microsoft.com/office/officeart/2018/2/layout/IconCircleList"/>
    <dgm:cxn modelId="{CC7CC86C-AF0A-4B40-AD7D-185F1620F70A}" srcId="{070C9EFA-C9D0-42B7-81C4-557E439A8412}" destId="{8951D409-0AFA-4C31-995C-BD15184B9681}" srcOrd="2" destOrd="0" parTransId="{CC71BAB3-0B59-4FCF-B975-5B8EAA85108A}" sibTransId="{F15D08D7-661E-4054-ADFC-ED5C7442D4C3}"/>
    <dgm:cxn modelId="{B936FC73-6B12-4BB1-BC0E-402A2AE9F190}" type="presOf" srcId="{070C9EFA-C9D0-42B7-81C4-557E439A8412}" destId="{A92BF3FE-BBD3-4D4F-8FE5-6AFEB3735AAA}" srcOrd="0" destOrd="0" presId="urn:microsoft.com/office/officeart/2018/2/layout/IconCircleList"/>
    <dgm:cxn modelId="{41398D56-F3EF-48DE-B756-F568F5B6B769}" type="presOf" srcId="{F15D08D7-661E-4054-ADFC-ED5C7442D4C3}" destId="{3967764F-CD32-44EB-A7F2-9AEC12693F4F}" srcOrd="0" destOrd="0" presId="urn:microsoft.com/office/officeart/2018/2/layout/IconCircleList"/>
    <dgm:cxn modelId="{88FE5489-608D-4487-AD37-DD65DFD4AFFA}" type="presOf" srcId="{2F7304F3-19BD-4AAF-A367-B0A63F0DB5A1}" destId="{3195E6E5-B562-4BE9-8C5D-1B9F0CD8853F}" srcOrd="0" destOrd="0" presId="urn:microsoft.com/office/officeart/2018/2/layout/IconCircleList"/>
    <dgm:cxn modelId="{F74C48B2-82FE-4762-86D8-7FCB4B26EEC2}" type="presOf" srcId="{AB6091FF-6350-4081-BA0A-8956C593F99B}" destId="{C865E4EC-DD5C-42F4-851B-D4247821B89C}" srcOrd="0" destOrd="0" presId="urn:microsoft.com/office/officeart/2018/2/layout/IconCircleList"/>
    <dgm:cxn modelId="{BCE992B3-DFE9-4529-B668-E6FB7C212BDB}" type="presOf" srcId="{BA2205B9-3228-43FD-BD82-CF1274F4D58B}" destId="{89288F68-E013-4DCD-9329-ED60AAA6B1C0}" srcOrd="0" destOrd="0" presId="urn:microsoft.com/office/officeart/2018/2/layout/IconCircleList"/>
    <dgm:cxn modelId="{CB8DF7DA-5E6E-4123-BC3B-8B1DC3D964FE}" srcId="{070C9EFA-C9D0-42B7-81C4-557E439A8412}" destId="{2A84AFBE-531C-405B-806D-8F8CB44EF9B5}" srcOrd="0" destOrd="0" parTransId="{05F0C060-932B-4931-815E-B61CFA6E5F8A}" sibTransId="{BA2205B9-3228-43FD-BD82-CF1274F4D58B}"/>
    <dgm:cxn modelId="{FAFE41E1-FC87-4CE6-8067-7B9C0898586F}" type="presOf" srcId="{2D9F68F5-1695-4872-95A3-2A7B7E832EFB}" destId="{97C678F6-905D-43F3-9594-A12E57A1BC8C}" srcOrd="0" destOrd="0" presId="urn:microsoft.com/office/officeart/2018/2/layout/IconCircleList"/>
    <dgm:cxn modelId="{468DEF8A-D133-4ADD-A134-F453B8C8FE3B}" type="presParOf" srcId="{A92BF3FE-BBD3-4D4F-8FE5-6AFEB3735AAA}" destId="{136245BC-FD2D-43F0-BD23-81CAE0C57BCB}" srcOrd="0" destOrd="0" presId="urn:microsoft.com/office/officeart/2018/2/layout/IconCircleList"/>
    <dgm:cxn modelId="{5CE95587-2F59-4243-BC2B-E25DCC1F453D}" type="presParOf" srcId="{136245BC-FD2D-43F0-BD23-81CAE0C57BCB}" destId="{0460012C-4E88-4279-ABC8-52ED31D496EB}" srcOrd="0" destOrd="0" presId="urn:microsoft.com/office/officeart/2018/2/layout/IconCircleList"/>
    <dgm:cxn modelId="{7FCF374B-74C2-4B98-B842-F387F641203A}" type="presParOf" srcId="{0460012C-4E88-4279-ABC8-52ED31D496EB}" destId="{AA35402B-A99B-41EF-9CD5-849F86175D3F}" srcOrd="0" destOrd="0" presId="urn:microsoft.com/office/officeart/2018/2/layout/IconCircleList"/>
    <dgm:cxn modelId="{82D999A0-E271-486E-A99F-2A5B9176F5AD}" type="presParOf" srcId="{0460012C-4E88-4279-ABC8-52ED31D496EB}" destId="{4A87C739-F928-42D6-899A-1A166E401487}" srcOrd="1" destOrd="0" presId="urn:microsoft.com/office/officeart/2018/2/layout/IconCircleList"/>
    <dgm:cxn modelId="{778AD431-6595-474C-9D8D-9198818F43C3}" type="presParOf" srcId="{0460012C-4E88-4279-ABC8-52ED31D496EB}" destId="{D57DC003-95BC-4CC6-8F46-999FDB41BD0E}" srcOrd="2" destOrd="0" presId="urn:microsoft.com/office/officeart/2018/2/layout/IconCircleList"/>
    <dgm:cxn modelId="{97A1735F-4C0E-4501-B5D5-604149103AC9}" type="presParOf" srcId="{0460012C-4E88-4279-ABC8-52ED31D496EB}" destId="{13E0B95E-DF85-4B15-B960-947AB834986C}" srcOrd="3" destOrd="0" presId="urn:microsoft.com/office/officeart/2018/2/layout/IconCircleList"/>
    <dgm:cxn modelId="{71211F96-92CF-4CEB-8C91-44EB0EE2DB0F}" type="presParOf" srcId="{136245BC-FD2D-43F0-BD23-81CAE0C57BCB}" destId="{89288F68-E013-4DCD-9329-ED60AAA6B1C0}" srcOrd="1" destOrd="0" presId="urn:microsoft.com/office/officeart/2018/2/layout/IconCircleList"/>
    <dgm:cxn modelId="{85A4F0B8-7E54-4557-8EDA-7CD86C1FC219}" type="presParOf" srcId="{136245BC-FD2D-43F0-BD23-81CAE0C57BCB}" destId="{E7D880AB-C9D6-4EB1-B597-E49B1A340F69}" srcOrd="2" destOrd="0" presId="urn:microsoft.com/office/officeart/2018/2/layout/IconCircleList"/>
    <dgm:cxn modelId="{46E3DC42-BE5A-444C-8963-BD293F166C13}" type="presParOf" srcId="{E7D880AB-C9D6-4EB1-B597-E49B1A340F69}" destId="{12165162-D175-4499-AA2D-05346C6DE341}" srcOrd="0" destOrd="0" presId="urn:microsoft.com/office/officeart/2018/2/layout/IconCircleList"/>
    <dgm:cxn modelId="{8B3E30B3-F71A-45D3-8BFB-1A451AB5D5A9}" type="presParOf" srcId="{E7D880AB-C9D6-4EB1-B597-E49B1A340F69}" destId="{4ACDA3B4-7FD7-4349-B628-1B718C6DC09B}" srcOrd="1" destOrd="0" presId="urn:microsoft.com/office/officeart/2018/2/layout/IconCircleList"/>
    <dgm:cxn modelId="{8ECAB204-6C37-467A-9707-1C52894115E1}" type="presParOf" srcId="{E7D880AB-C9D6-4EB1-B597-E49B1A340F69}" destId="{CD522908-CEB6-4D40-A212-B3426ADCBAE0}" srcOrd="2" destOrd="0" presId="urn:microsoft.com/office/officeart/2018/2/layout/IconCircleList"/>
    <dgm:cxn modelId="{134458D4-353B-4AA6-8248-222E7DA75F8F}" type="presParOf" srcId="{E7D880AB-C9D6-4EB1-B597-E49B1A340F69}" destId="{3195E6E5-B562-4BE9-8C5D-1B9F0CD8853F}" srcOrd="3" destOrd="0" presId="urn:microsoft.com/office/officeart/2018/2/layout/IconCircleList"/>
    <dgm:cxn modelId="{5A3C93A5-32A9-4469-AEE9-A4F7322DA099}" type="presParOf" srcId="{136245BC-FD2D-43F0-BD23-81CAE0C57BCB}" destId="{97C678F6-905D-43F3-9594-A12E57A1BC8C}" srcOrd="3" destOrd="0" presId="urn:microsoft.com/office/officeart/2018/2/layout/IconCircleList"/>
    <dgm:cxn modelId="{81ED05A8-9EAA-49DE-9263-90A469BDC26A}" type="presParOf" srcId="{136245BC-FD2D-43F0-BD23-81CAE0C57BCB}" destId="{2D6AA0D8-7CBB-44A3-9C46-932E640EC1F2}" srcOrd="4" destOrd="0" presId="urn:microsoft.com/office/officeart/2018/2/layout/IconCircleList"/>
    <dgm:cxn modelId="{906D2B2A-1BD6-4F90-88FC-7C8FA1A4BD02}" type="presParOf" srcId="{2D6AA0D8-7CBB-44A3-9C46-932E640EC1F2}" destId="{F98FA75F-CC78-4E64-BFDA-C9B142979BEE}" srcOrd="0" destOrd="0" presId="urn:microsoft.com/office/officeart/2018/2/layout/IconCircleList"/>
    <dgm:cxn modelId="{6BD59543-4ABD-4697-B4B4-1075D0748059}" type="presParOf" srcId="{2D6AA0D8-7CBB-44A3-9C46-932E640EC1F2}" destId="{11227B0E-3960-4FC2-BAA6-F2551C6AF8B2}" srcOrd="1" destOrd="0" presId="urn:microsoft.com/office/officeart/2018/2/layout/IconCircleList"/>
    <dgm:cxn modelId="{0057AC3F-91F8-4D6B-BD31-53C9D6295FD1}" type="presParOf" srcId="{2D6AA0D8-7CBB-44A3-9C46-932E640EC1F2}" destId="{C54EC5B3-FCCE-468F-B11D-136BA64D619D}" srcOrd="2" destOrd="0" presId="urn:microsoft.com/office/officeart/2018/2/layout/IconCircleList"/>
    <dgm:cxn modelId="{CA7FBAB3-B382-48AA-9F4A-0DDE8C759090}" type="presParOf" srcId="{2D6AA0D8-7CBB-44A3-9C46-932E640EC1F2}" destId="{9765BA51-9C22-4647-AD4B-F434A33B9CBE}" srcOrd="3" destOrd="0" presId="urn:microsoft.com/office/officeart/2018/2/layout/IconCircleList"/>
    <dgm:cxn modelId="{BB5C12CB-BAD7-4EB3-A423-AFDDDB608682}" type="presParOf" srcId="{136245BC-FD2D-43F0-BD23-81CAE0C57BCB}" destId="{3967764F-CD32-44EB-A7F2-9AEC12693F4F}" srcOrd="5" destOrd="0" presId="urn:microsoft.com/office/officeart/2018/2/layout/IconCircleList"/>
    <dgm:cxn modelId="{306A529A-2A83-4C4B-9A43-C52552C328EC}" type="presParOf" srcId="{136245BC-FD2D-43F0-BD23-81CAE0C57BCB}" destId="{67AE6E9E-1486-4108-AB19-21EFD43405B7}" srcOrd="6" destOrd="0" presId="urn:microsoft.com/office/officeart/2018/2/layout/IconCircleList"/>
    <dgm:cxn modelId="{65D24D8A-02B4-496C-A8D2-55DBFB05B616}" type="presParOf" srcId="{67AE6E9E-1486-4108-AB19-21EFD43405B7}" destId="{FE3AB527-8615-4CA7-97F0-F10949A90136}" srcOrd="0" destOrd="0" presId="urn:microsoft.com/office/officeart/2018/2/layout/IconCircleList"/>
    <dgm:cxn modelId="{D344B8B6-21EA-4609-AA42-60D2E95D1A14}" type="presParOf" srcId="{67AE6E9E-1486-4108-AB19-21EFD43405B7}" destId="{C7F80821-1DAC-46F3-89AB-8A33493A8C86}" srcOrd="1" destOrd="0" presId="urn:microsoft.com/office/officeart/2018/2/layout/IconCircleList"/>
    <dgm:cxn modelId="{974168FF-B74F-4B49-8529-E972D90D3044}" type="presParOf" srcId="{67AE6E9E-1486-4108-AB19-21EFD43405B7}" destId="{F4DA541B-14F7-43A1-935F-E11009851F55}" srcOrd="2" destOrd="0" presId="urn:microsoft.com/office/officeart/2018/2/layout/IconCircleList"/>
    <dgm:cxn modelId="{19912752-2464-42D0-8BFC-F44715B10B65}" type="presParOf" srcId="{67AE6E9E-1486-4108-AB19-21EFD43405B7}" destId="{C865E4EC-DD5C-42F4-851B-D4247821B89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B2BEF8-588F-4349-A71A-8079403C429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3DC8427-D872-4891-9703-85A3C1D54435}">
      <dgm:prSet/>
      <dgm:spPr/>
      <dgm:t>
        <a:bodyPr/>
        <a:lstStyle/>
        <a:p>
          <a:r>
            <a:rPr lang="en-US" b="0" i="0" baseline="0" dirty="0"/>
            <a:t>Label Encoding for target variable ‘</a:t>
          </a:r>
          <a:r>
            <a:rPr lang="en-US" b="1" i="0" baseline="0" dirty="0"/>
            <a:t>winner’</a:t>
          </a:r>
          <a:endParaRPr lang="en-US" dirty="0"/>
        </a:p>
      </dgm:t>
    </dgm:pt>
    <dgm:pt modelId="{2E72CE38-8B07-41E0-A3B6-7429A83EE8B6}" type="parTrans" cxnId="{566C7B16-01A6-44EB-8793-DF46BF2AFA4F}">
      <dgm:prSet/>
      <dgm:spPr/>
      <dgm:t>
        <a:bodyPr/>
        <a:lstStyle/>
        <a:p>
          <a:endParaRPr lang="en-US"/>
        </a:p>
      </dgm:t>
    </dgm:pt>
    <dgm:pt modelId="{AD869611-2DF1-4D88-B0E9-A93D490FF170}" type="sibTrans" cxnId="{566C7B16-01A6-44EB-8793-DF46BF2AFA4F}">
      <dgm:prSet/>
      <dgm:spPr/>
      <dgm:t>
        <a:bodyPr/>
        <a:lstStyle/>
        <a:p>
          <a:endParaRPr lang="en-US"/>
        </a:p>
      </dgm:t>
    </dgm:pt>
    <dgm:pt modelId="{E30DD31A-86DA-419A-A2D7-0B806DDFC178}">
      <dgm:prSet/>
      <dgm:spPr/>
      <dgm:t>
        <a:bodyPr/>
        <a:lstStyle/>
        <a:p>
          <a:r>
            <a:rPr lang="en-US" b="0" i="0" baseline="0"/>
            <a:t>One-Hot Encoding for categorical input features</a:t>
          </a:r>
          <a:endParaRPr lang="en-US"/>
        </a:p>
      </dgm:t>
    </dgm:pt>
    <dgm:pt modelId="{11B14E29-B35D-48CF-B245-E2E536AC8E6C}" type="parTrans" cxnId="{B25E42F1-4020-4250-91F8-D59B364A944F}">
      <dgm:prSet/>
      <dgm:spPr/>
      <dgm:t>
        <a:bodyPr/>
        <a:lstStyle/>
        <a:p>
          <a:endParaRPr lang="en-US"/>
        </a:p>
      </dgm:t>
    </dgm:pt>
    <dgm:pt modelId="{05803AA3-4850-42C5-BD19-28AA9CCD8568}" type="sibTrans" cxnId="{B25E42F1-4020-4250-91F8-D59B364A944F}">
      <dgm:prSet/>
      <dgm:spPr/>
      <dgm:t>
        <a:bodyPr/>
        <a:lstStyle/>
        <a:p>
          <a:endParaRPr lang="en-US"/>
        </a:p>
      </dgm:t>
    </dgm:pt>
    <dgm:pt modelId="{1DE54F07-5C1D-4405-885E-B13ECC1C5645}">
      <dgm:prSet/>
      <dgm:spPr/>
      <dgm:t>
        <a:bodyPr/>
        <a:lstStyle/>
        <a:p>
          <a:r>
            <a:rPr lang="en-US" b="0" i="0" baseline="0"/>
            <a:t>Normalized numerical values</a:t>
          </a:r>
          <a:endParaRPr lang="en-US"/>
        </a:p>
      </dgm:t>
    </dgm:pt>
    <dgm:pt modelId="{E26CBA0F-CEFC-4FFE-BA7D-E41BFBBFF263}" type="parTrans" cxnId="{174BB346-40C0-4CDE-8EC8-1D5B604CEB6B}">
      <dgm:prSet/>
      <dgm:spPr/>
      <dgm:t>
        <a:bodyPr/>
        <a:lstStyle/>
        <a:p>
          <a:endParaRPr lang="en-US"/>
        </a:p>
      </dgm:t>
    </dgm:pt>
    <dgm:pt modelId="{26A01062-7D20-4B09-906B-4A0D0A133615}" type="sibTrans" cxnId="{174BB346-40C0-4CDE-8EC8-1D5B604CEB6B}">
      <dgm:prSet/>
      <dgm:spPr/>
      <dgm:t>
        <a:bodyPr/>
        <a:lstStyle/>
        <a:p>
          <a:endParaRPr lang="en-US"/>
        </a:p>
      </dgm:t>
    </dgm:pt>
    <dgm:pt modelId="{D8A46A38-1A5C-4FE3-9580-6CDD888FB330}">
      <dgm:prSet/>
      <dgm:spPr/>
      <dgm:t>
        <a:bodyPr/>
        <a:lstStyle/>
        <a:p>
          <a:r>
            <a:rPr lang="en-US" b="0" i="0" baseline="0"/>
            <a:t>Final dataset prepared with all numerical inputs</a:t>
          </a:r>
          <a:endParaRPr lang="en-US"/>
        </a:p>
      </dgm:t>
    </dgm:pt>
    <dgm:pt modelId="{F93FDFE0-6C66-4A4F-A6F1-4395B8525CAC}" type="parTrans" cxnId="{614624AD-5631-4A69-841F-F328576236F2}">
      <dgm:prSet/>
      <dgm:spPr/>
      <dgm:t>
        <a:bodyPr/>
        <a:lstStyle/>
        <a:p>
          <a:endParaRPr lang="en-US"/>
        </a:p>
      </dgm:t>
    </dgm:pt>
    <dgm:pt modelId="{8FB5244E-8FE3-4A55-A423-70E04C2C17E4}" type="sibTrans" cxnId="{614624AD-5631-4A69-841F-F328576236F2}">
      <dgm:prSet/>
      <dgm:spPr/>
      <dgm:t>
        <a:bodyPr/>
        <a:lstStyle/>
        <a:p>
          <a:endParaRPr lang="en-US"/>
        </a:p>
      </dgm:t>
    </dgm:pt>
    <dgm:pt modelId="{FD87C8E7-44C0-40A3-BA80-F8547A9D46E0}" type="pres">
      <dgm:prSet presAssocID="{B9B2BEF8-588F-4349-A71A-8079403C429A}" presName="linear" presStyleCnt="0">
        <dgm:presLayoutVars>
          <dgm:animLvl val="lvl"/>
          <dgm:resizeHandles val="exact"/>
        </dgm:presLayoutVars>
      </dgm:prSet>
      <dgm:spPr/>
    </dgm:pt>
    <dgm:pt modelId="{2BBDC1A7-F69D-459B-AD7E-2712F8C270FD}" type="pres">
      <dgm:prSet presAssocID="{F3DC8427-D872-4891-9703-85A3C1D544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ACAFC1-57C9-4CE9-B005-C05D60D591CD}" type="pres">
      <dgm:prSet presAssocID="{AD869611-2DF1-4D88-B0E9-A93D490FF170}" presName="spacer" presStyleCnt="0"/>
      <dgm:spPr/>
    </dgm:pt>
    <dgm:pt modelId="{34A7174E-7829-40FE-9F0F-49038DD91CAB}" type="pres">
      <dgm:prSet presAssocID="{E30DD31A-86DA-419A-A2D7-0B806DDFC1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08769A-A623-4A54-BF69-6AD1EA7846F2}" type="pres">
      <dgm:prSet presAssocID="{05803AA3-4850-42C5-BD19-28AA9CCD8568}" presName="spacer" presStyleCnt="0"/>
      <dgm:spPr/>
    </dgm:pt>
    <dgm:pt modelId="{030A2E15-5380-457D-B89A-E5EE7161FA59}" type="pres">
      <dgm:prSet presAssocID="{1DE54F07-5C1D-4405-885E-B13ECC1C564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91C7EE-70BB-4460-B433-B994333F42C4}" type="pres">
      <dgm:prSet presAssocID="{26A01062-7D20-4B09-906B-4A0D0A133615}" presName="spacer" presStyleCnt="0"/>
      <dgm:spPr/>
    </dgm:pt>
    <dgm:pt modelId="{5E2934B5-7972-4D96-8550-F0A26D94CFEE}" type="pres">
      <dgm:prSet presAssocID="{D8A46A38-1A5C-4FE3-9580-6CDD888FB33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66C7B16-01A6-44EB-8793-DF46BF2AFA4F}" srcId="{B9B2BEF8-588F-4349-A71A-8079403C429A}" destId="{F3DC8427-D872-4891-9703-85A3C1D54435}" srcOrd="0" destOrd="0" parTransId="{2E72CE38-8B07-41E0-A3B6-7429A83EE8B6}" sibTransId="{AD869611-2DF1-4D88-B0E9-A93D490FF170}"/>
    <dgm:cxn modelId="{9E44FD42-7B4D-4800-AF9B-84AF17AA724D}" type="presOf" srcId="{B9B2BEF8-588F-4349-A71A-8079403C429A}" destId="{FD87C8E7-44C0-40A3-BA80-F8547A9D46E0}" srcOrd="0" destOrd="0" presId="urn:microsoft.com/office/officeart/2005/8/layout/vList2"/>
    <dgm:cxn modelId="{174BB346-40C0-4CDE-8EC8-1D5B604CEB6B}" srcId="{B9B2BEF8-588F-4349-A71A-8079403C429A}" destId="{1DE54F07-5C1D-4405-885E-B13ECC1C5645}" srcOrd="2" destOrd="0" parTransId="{E26CBA0F-CEFC-4FFE-BA7D-E41BFBBFF263}" sibTransId="{26A01062-7D20-4B09-906B-4A0D0A133615}"/>
    <dgm:cxn modelId="{614624AD-5631-4A69-841F-F328576236F2}" srcId="{B9B2BEF8-588F-4349-A71A-8079403C429A}" destId="{D8A46A38-1A5C-4FE3-9580-6CDD888FB330}" srcOrd="3" destOrd="0" parTransId="{F93FDFE0-6C66-4A4F-A6F1-4395B8525CAC}" sibTransId="{8FB5244E-8FE3-4A55-A423-70E04C2C17E4}"/>
    <dgm:cxn modelId="{34E414CF-0A4A-4BDF-A7D6-F80626F8F1AE}" type="presOf" srcId="{E30DD31A-86DA-419A-A2D7-0B806DDFC178}" destId="{34A7174E-7829-40FE-9F0F-49038DD91CAB}" srcOrd="0" destOrd="0" presId="urn:microsoft.com/office/officeart/2005/8/layout/vList2"/>
    <dgm:cxn modelId="{1F494CDA-9F9F-4344-85C7-4A47A6D44D00}" type="presOf" srcId="{F3DC8427-D872-4891-9703-85A3C1D54435}" destId="{2BBDC1A7-F69D-459B-AD7E-2712F8C270FD}" srcOrd="0" destOrd="0" presId="urn:microsoft.com/office/officeart/2005/8/layout/vList2"/>
    <dgm:cxn modelId="{9FB641E4-34BD-430D-9929-701981073D22}" type="presOf" srcId="{D8A46A38-1A5C-4FE3-9580-6CDD888FB330}" destId="{5E2934B5-7972-4D96-8550-F0A26D94CFEE}" srcOrd="0" destOrd="0" presId="urn:microsoft.com/office/officeart/2005/8/layout/vList2"/>
    <dgm:cxn modelId="{B25E42F1-4020-4250-91F8-D59B364A944F}" srcId="{B9B2BEF8-588F-4349-A71A-8079403C429A}" destId="{E30DD31A-86DA-419A-A2D7-0B806DDFC178}" srcOrd="1" destOrd="0" parTransId="{11B14E29-B35D-48CF-B245-E2E536AC8E6C}" sibTransId="{05803AA3-4850-42C5-BD19-28AA9CCD8568}"/>
    <dgm:cxn modelId="{ED00B3F5-A081-41EC-BA9D-2B5521AF2C95}" type="presOf" srcId="{1DE54F07-5C1D-4405-885E-B13ECC1C5645}" destId="{030A2E15-5380-457D-B89A-E5EE7161FA59}" srcOrd="0" destOrd="0" presId="urn:microsoft.com/office/officeart/2005/8/layout/vList2"/>
    <dgm:cxn modelId="{4FA6B07A-93A1-412F-BABD-76E216EAAE2E}" type="presParOf" srcId="{FD87C8E7-44C0-40A3-BA80-F8547A9D46E0}" destId="{2BBDC1A7-F69D-459B-AD7E-2712F8C270FD}" srcOrd="0" destOrd="0" presId="urn:microsoft.com/office/officeart/2005/8/layout/vList2"/>
    <dgm:cxn modelId="{C71987E0-C739-454E-9497-F7102404380A}" type="presParOf" srcId="{FD87C8E7-44C0-40A3-BA80-F8547A9D46E0}" destId="{CBACAFC1-57C9-4CE9-B005-C05D60D591CD}" srcOrd="1" destOrd="0" presId="urn:microsoft.com/office/officeart/2005/8/layout/vList2"/>
    <dgm:cxn modelId="{66743207-8224-45B5-9A7F-C14E36258FE2}" type="presParOf" srcId="{FD87C8E7-44C0-40A3-BA80-F8547A9D46E0}" destId="{34A7174E-7829-40FE-9F0F-49038DD91CAB}" srcOrd="2" destOrd="0" presId="urn:microsoft.com/office/officeart/2005/8/layout/vList2"/>
    <dgm:cxn modelId="{F31E8BAA-AA37-4533-B4E5-6251BA7A2E79}" type="presParOf" srcId="{FD87C8E7-44C0-40A3-BA80-F8547A9D46E0}" destId="{E708769A-A623-4A54-BF69-6AD1EA7846F2}" srcOrd="3" destOrd="0" presId="urn:microsoft.com/office/officeart/2005/8/layout/vList2"/>
    <dgm:cxn modelId="{30547243-CAA3-4E42-A5F3-270AD747CDEA}" type="presParOf" srcId="{FD87C8E7-44C0-40A3-BA80-F8547A9D46E0}" destId="{030A2E15-5380-457D-B89A-E5EE7161FA59}" srcOrd="4" destOrd="0" presId="urn:microsoft.com/office/officeart/2005/8/layout/vList2"/>
    <dgm:cxn modelId="{0BD58F87-05B2-45B5-80E5-115CEA47B940}" type="presParOf" srcId="{FD87C8E7-44C0-40A3-BA80-F8547A9D46E0}" destId="{A691C7EE-70BB-4460-B433-B994333F42C4}" srcOrd="5" destOrd="0" presId="urn:microsoft.com/office/officeart/2005/8/layout/vList2"/>
    <dgm:cxn modelId="{D03FA4D0-5F19-4103-A40C-18D9337587CB}" type="presParOf" srcId="{FD87C8E7-44C0-40A3-BA80-F8547A9D46E0}" destId="{5E2934B5-7972-4D96-8550-F0A26D94CF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2EEC1B-203A-4BD2-A67D-8505CBA7B84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904DC256-63C0-421C-AA99-7BF6CD7C0461}">
      <dgm:prSet/>
      <dgm:spPr/>
      <dgm:t>
        <a:bodyPr/>
        <a:lstStyle/>
        <a:p>
          <a:r>
            <a:rPr lang="en-US" b="1" i="0" baseline="0"/>
            <a:t>Mumbai Indians</a:t>
          </a:r>
          <a:r>
            <a:rPr lang="en-US" b="0" i="0" baseline="0"/>
            <a:t> and </a:t>
          </a:r>
          <a:r>
            <a:rPr lang="en-US" b="1" i="0" baseline="0"/>
            <a:t>Chennai Super Kings</a:t>
          </a:r>
          <a:r>
            <a:rPr lang="en-US" b="0" i="0" baseline="0"/>
            <a:t> are the most successful teams.</a:t>
          </a:r>
          <a:endParaRPr lang="en-US"/>
        </a:p>
      </dgm:t>
    </dgm:pt>
    <dgm:pt modelId="{6B207838-5E91-42E0-BF2B-8B3CC14AA095}" type="parTrans" cxnId="{E94CC30E-E604-46FC-9B1C-E9A0BE3D9A99}">
      <dgm:prSet/>
      <dgm:spPr/>
      <dgm:t>
        <a:bodyPr/>
        <a:lstStyle/>
        <a:p>
          <a:endParaRPr lang="en-US"/>
        </a:p>
      </dgm:t>
    </dgm:pt>
    <dgm:pt modelId="{519F3598-F542-4291-88AD-9643B67EBB3F}" type="sibTrans" cxnId="{E94CC30E-E604-46FC-9B1C-E9A0BE3D9A99}">
      <dgm:prSet/>
      <dgm:spPr/>
      <dgm:t>
        <a:bodyPr/>
        <a:lstStyle/>
        <a:p>
          <a:endParaRPr lang="en-US"/>
        </a:p>
      </dgm:t>
    </dgm:pt>
    <dgm:pt modelId="{BEF09199-A86D-4444-9A7D-1FBDA7B3EAE3}">
      <dgm:prSet/>
      <dgm:spPr/>
      <dgm:t>
        <a:bodyPr/>
        <a:lstStyle/>
        <a:p>
          <a:r>
            <a:rPr lang="en-US" b="0" i="0" baseline="0"/>
            <a:t>Most teams prefer to </a:t>
          </a:r>
          <a:r>
            <a:rPr lang="en-US" b="1" i="0" baseline="0"/>
            <a:t>field first</a:t>
          </a:r>
          <a:r>
            <a:rPr lang="en-US" b="0" i="0" baseline="0"/>
            <a:t> after winning the toss.</a:t>
          </a:r>
          <a:endParaRPr lang="en-US"/>
        </a:p>
      </dgm:t>
    </dgm:pt>
    <dgm:pt modelId="{41D3F573-5883-43F4-928A-6824A60E9AC5}" type="parTrans" cxnId="{F2A75A3D-7C77-4F2F-AB78-E05B147609B2}">
      <dgm:prSet/>
      <dgm:spPr/>
      <dgm:t>
        <a:bodyPr/>
        <a:lstStyle/>
        <a:p>
          <a:endParaRPr lang="en-US"/>
        </a:p>
      </dgm:t>
    </dgm:pt>
    <dgm:pt modelId="{5ED545EA-9BB5-4187-A8BC-A4F072D93E03}" type="sibTrans" cxnId="{F2A75A3D-7C77-4F2F-AB78-E05B147609B2}">
      <dgm:prSet/>
      <dgm:spPr/>
      <dgm:t>
        <a:bodyPr/>
        <a:lstStyle/>
        <a:p>
          <a:endParaRPr lang="en-US"/>
        </a:p>
      </dgm:t>
    </dgm:pt>
    <dgm:pt modelId="{FA573496-CAD2-4BEC-BD4F-47EA813D2D82}">
      <dgm:prSet/>
      <dgm:spPr/>
      <dgm:t>
        <a:bodyPr/>
        <a:lstStyle/>
        <a:p>
          <a:r>
            <a:rPr lang="en-US" b="0" i="0" baseline="0" dirty="0"/>
            <a:t>         Toss winner doesn't always win the match — only a </a:t>
          </a:r>
          <a:r>
            <a:rPr lang="en-US" b="1" i="0" baseline="0" dirty="0"/>
            <a:t>slight advantage</a:t>
          </a:r>
          <a:r>
            <a:rPr lang="en-US" b="0" i="0" baseline="0" dirty="0"/>
            <a:t>.</a:t>
          </a:r>
          <a:endParaRPr lang="en-US" dirty="0"/>
        </a:p>
      </dgm:t>
    </dgm:pt>
    <dgm:pt modelId="{66C5FCD3-6437-49BA-9517-6EEA71379C54}" type="parTrans" cxnId="{E6ADFCBF-EE08-4A17-8B11-8F9C6F37248A}">
      <dgm:prSet/>
      <dgm:spPr/>
      <dgm:t>
        <a:bodyPr/>
        <a:lstStyle/>
        <a:p>
          <a:endParaRPr lang="en-US"/>
        </a:p>
      </dgm:t>
    </dgm:pt>
    <dgm:pt modelId="{52514378-2E99-48F2-8F8C-D6B06021169B}" type="sibTrans" cxnId="{E6ADFCBF-EE08-4A17-8B11-8F9C6F37248A}">
      <dgm:prSet/>
      <dgm:spPr/>
      <dgm:t>
        <a:bodyPr/>
        <a:lstStyle/>
        <a:p>
          <a:endParaRPr lang="en-US"/>
        </a:p>
      </dgm:t>
    </dgm:pt>
    <dgm:pt modelId="{27BAD340-835A-409C-83DF-DF3B2454FD11}">
      <dgm:prSet/>
      <dgm:spPr/>
      <dgm:t>
        <a:bodyPr/>
        <a:lstStyle/>
        <a:p>
          <a:r>
            <a:rPr lang="en-US" b="0" i="0" baseline="0"/>
            <a:t>Teams batting first usually win by </a:t>
          </a:r>
          <a:r>
            <a:rPr lang="en-US" b="1" i="0" baseline="0"/>
            <a:t>10–40 runs</a:t>
          </a:r>
          <a:r>
            <a:rPr lang="en-US" b="0" i="0" baseline="0"/>
            <a:t>; chasing teams by </a:t>
          </a:r>
          <a:r>
            <a:rPr lang="en-US" b="1" i="0" baseline="0"/>
            <a:t>6–8 wickets</a:t>
          </a:r>
          <a:r>
            <a:rPr lang="en-US" b="0" i="0" baseline="0"/>
            <a:t>.</a:t>
          </a:r>
          <a:endParaRPr lang="en-US"/>
        </a:p>
      </dgm:t>
    </dgm:pt>
    <dgm:pt modelId="{E2EB984D-6A74-4638-8348-B5BF412CE2D9}" type="parTrans" cxnId="{BD62A08E-384B-4FD5-8337-E384FE9C5B52}">
      <dgm:prSet/>
      <dgm:spPr/>
      <dgm:t>
        <a:bodyPr/>
        <a:lstStyle/>
        <a:p>
          <a:endParaRPr lang="en-US"/>
        </a:p>
      </dgm:t>
    </dgm:pt>
    <dgm:pt modelId="{83CB50BB-2DA9-4321-8EC1-C14AADC7850C}" type="sibTrans" cxnId="{BD62A08E-384B-4FD5-8337-E384FE9C5B52}">
      <dgm:prSet/>
      <dgm:spPr/>
      <dgm:t>
        <a:bodyPr/>
        <a:lstStyle/>
        <a:p>
          <a:endParaRPr lang="en-US"/>
        </a:p>
      </dgm:t>
    </dgm:pt>
    <dgm:pt modelId="{E7F19280-DF1F-42B2-B02B-93A2E975A6C3}">
      <dgm:prSet/>
      <dgm:spPr/>
      <dgm:t>
        <a:bodyPr/>
        <a:lstStyle/>
        <a:p>
          <a:r>
            <a:rPr lang="en-US" b="1" i="0" baseline="0" dirty="0" err="1"/>
            <a:t>XGBoost</a:t>
          </a:r>
          <a:r>
            <a:rPr lang="en-US" b="0" i="0" baseline="0" dirty="0"/>
            <a:t> and </a:t>
          </a:r>
          <a:r>
            <a:rPr lang="en-US" b="1" i="0" baseline="0" dirty="0"/>
            <a:t>Random Forest</a:t>
          </a:r>
          <a:r>
            <a:rPr lang="en-US" b="0" i="0" baseline="0" dirty="0"/>
            <a:t> gave the </a:t>
          </a:r>
          <a:r>
            <a:rPr lang="en-US" b="1" i="0" baseline="0" dirty="0"/>
            <a:t>best prediction results</a:t>
          </a:r>
          <a:r>
            <a:rPr lang="en-US" b="0" i="0" baseline="0" dirty="0"/>
            <a:t>.</a:t>
          </a:r>
          <a:endParaRPr lang="en-US" dirty="0"/>
        </a:p>
      </dgm:t>
    </dgm:pt>
    <dgm:pt modelId="{066F9E1B-0350-4645-983C-D96C58B39D8F}" type="parTrans" cxnId="{819F2C67-BEFC-429D-AD59-4749EAE6E522}">
      <dgm:prSet/>
      <dgm:spPr/>
      <dgm:t>
        <a:bodyPr/>
        <a:lstStyle/>
        <a:p>
          <a:endParaRPr lang="en-US"/>
        </a:p>
      </dgm:t>
    </dgm:pt>
    <dgm:pt modelId="{5D199FD8-EC09-4FCE-990D-312E2FC776FD}" type="sibTrans" cxnId="{819F2C67-BEFC-429D-AD59-4749EAE6E522}">
      <dgm:prSet/>
      <dgm:spPr/>
      <dgm:t>
        <a:bodyPr/>
        <a:lstStyle/>
        <a:p>
          <a:endParaRPr lang="en-US"/>
        </a:p>
      </dgm:t>
    </dgm:pt>
    <dgm:pt modelId="{F2891DF3-F6BB-4ED9-909F-C5ADD5CD4687}">
      <dgm:prSet/>
      <dgm:spPr/>
      <dgm:t>
        <a:bodyPr/>
        <a:lstStyle/>
        <a:p>
          <a:r>
            <a:rPr lang="en-US" b="0" i="0" baseline="0"/>
            <a:t>Applied </a:t>
          </a:r>
          <a:r>
            <a:rPr lang="en-US" b="1" i="0" baseline="0"/>
            <a:t>SMOTE</a:t>
          </a:r>
          <a:r>
            <a:rPr lang="en-US" b="0" i="0" baseline="0"/>
            <a:t> to handle team imbalance in the data.</a:t>
          </a:r>
          <a:endParaRPr lang="en-US"/>
        </a:p>
      </dgm:t>
    </dgm:pt>
    <dgm:pt modelId="{8933C1C7-9A57-4760-81B9-CEDCE6952CAE}" type="parTrans" cxnId="{CEAED4A6-81A4-4001-9CDB-5C54D1B744A5}">
      <dgm:prSet/>
      <dgm:spPr/>
      <dgm:t>
        <a:bodyPr/>
        <a:lstStyle/>
        <a:p>
          <a:endParaRPr lang="en-US"/>
        </a:p>
      </dgm:t>
    </dgm:pt>
    <dgm:pt modelId="{31298FF5-03D3-46D8-B65C-B9DA433F6FAF}" type="sibTrans" cxnId="{CEAED4A6-81A4-4001-9CDB-5C54D1B744A5}">
      <dgm:prSet/>
      <dgm:spPr/>
      <dgm:t>
        <a:bodyPr/>
        <a:lstStyle/>
        <a:p>
          <a:endParaRPr lang="en-US"/>
        </a:p>
      </dgm:t>
    </dgm:pt>
    <dgm:pt modelId="{04B161CB-F68C-4111-AE71-5C9CDE34C96A}" type="pres">
      <dgm:prSet presAssocID="{6F2EEC1B-203A-4BD2-A67D-8505CBA7B849}" presName="root" presStyleCnt="0">
        <dgm:presLayoutVars>
          <dgm:dir/>
          <dgm:resizeHandles val="exact"/>
        </dgm:presLayoutVars>
      </dgm:prSet>
      <dgm:spPr/>
    </dgm:pt>
    <dgm:pt modelId="{6E675B48-F480-42DF-AEF3-88EA84691C73}" type="pres">
      <dgm:prSet presAssocID="{904DC256-63C0-421C-AA99-7BF6CD7C0461}" presName="compNode" presStyleCnt="0"/>
      <dgm:spPr/>
    </dgm:pt>
    <dgm:pt modelId="{2A5BC401-6373-4EE2-A6DE-2FD7290BCA9A}" type="pres">
      <dgm:prSet presAssocID="{904DC256-63C0-421C-AA99-7BF6CD7C0461}" presName="bgRect" presStyleLbl="bgShp" presStyleIdx="0" presStyleCnt="6"/>
      <dgm:spPr/>
    </dgm:pt>
    <dgm:pt modelId="{036367A4-B9C1-454C-A7BC-686BABD0DB39}" type="pres">
      <dgm:prSet presAssocID="{904DC256-63C0-421C-AA99-7BF6CD7C046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9196204F-5939-4BBA-BD6E-818C9ACB4DAC}" type="pres">
      <dgm:prSet presAssocID="{904DC256-63C0-421C-AA99-7BF6CD7C0461}" presName="spaceRect" presStyleCnt="0"/>
      <dgm:spPr/>
    </dgm:pt>
    <dgm:pt modelId="{5896D853-4CFE-44D6-BBA8-1A6250102149}" type="pres">
      <dgm:prSet presAssocID="{904DC256-63C0-421C-AA99-7BF6CD7C0461}" presName="parTx" presStyleLbl="revTx" presStyleIdx="0" presStyleCnt="6">
        <dgm:presLayoutVars>
          <dgm:chMax val="0"/>
          <dgm:chPref val="0"/>
        </dgm:presLayoutVars>
      </dgm:prSet>
      <dgm:spPr/>
    </dgm:pt>
    <dgm:pt modelId="{51365CBA-0B97-4054-87D6-262655C0A6F1}" type="pres">
      <dgm:prSet presAssocID="{519F3598-F542-4291-88AD-9643B67EBB3F}" presName="sibTrans" presStyleCnt="0"/>
      <dgm:spPr/>
    </dgm:pt>
    <dgm:pt modelId="{5B1EA09E-7190-46A2-BA5B-9692DFB044FB}" type="pres">
      <dgm:prSet presAssocID="{BEF09199-A86D-4444-9A7D-1FBDA7B3EAE3}" presName="compNode" presStyleCnt="0"/>
      <dgm:spPr/>
    </dgm:pt>
    <dgm:pt modelId="{8E34B8D2-8799-456F-96EF-F021463F20DD}" type="pres">
      <dgm:prSet presAssocID="{BEF09199-A86D-4444-9A7D-1FBDA7B3EAE3}" presName="bgRect" presStyleLbl="bgShp" presStyleIdx="1" presStyleCnt="6"/>
      <dgm:spPr/>
    </dgm:pt>
    <dgm:pt modelId="{364C55EF-1D7D-41E6-98A8-C557B79BB3A0}" type="pres">
      <dgm:prSet presAssocID="{BEF09199-A86D-4444-9A7D-1FBDA7B3EAE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"/>
        </a:ext>
      </dgm:extLst>
    </dgm:pt>
    <dgm:pt modelId="{D8706080-0375-4E63-8F11-5BEBEE8EE987}" type="pres">
      <dgm:prSet presAssocID="{BEF09199-A86D-4444-9A7D-1FBDA7B3EAE3}" presName="spaceRect" presStyleCnt="0"/>
      <dgm:spPr/>
    </dgm:pt>
    <dgm:pt modelId="{8FC878EE-CE50-496D-B3CE-42675DE6B369}" type="pres">
      <dgm:prSet presAssocID="{BEF09199-A86D-4444-9A7D-1FBDA7B3EAE3}" presName="parTx" presStyleLbl="revTx" presStyleIdx="1" presStyleCnt="6">
        <dgm:presLayoutVars>
          <dgm:chMax val="0"/>
          <dgm:chPref val="0"/>
        </dgm:presLayoutVars>
      </dgm:prSet>
      <dgm:spPr/>
    </dgm:pt>
    <dgm:pt modelId="{2EC20EE9-F641-404F-AA4D-BD98E5E3E4CD}" type="pres">
      <dgm:prSet presAssocID="{5ED545EA-9BB5-4187-A8BC-A4F072D93E03}" presName="sibTrans" presStyleCnt="0"/>
      <dgm:spPr/>
    </dgm:pt>
    <dgm:pt modelId="{9C3B3321-E289-46AF-8346-33E667613F06}" type="pres">
      <dgm:prSet presAssocID="{FA573496-CAD2-4BEC-BD4F-47EA813D2D82}" presName="compNode" presStyleCnt="0"/>
      <dgm:spPr/>
    </dgm:pt>
    <dgm:pt modelId="{359E7C45-3C3A-43D6-AD1D-2570B4FF89A9}" type="pres">
      <dgm:prSet presAssocID="{FA573496-CAD2-4BEC-BD4F-47EA813D2D82}" presName="bgRect" presStyleLbl="bgShp" presStyleIdx="2" presStyleCnt="6" custScaleX="100000" custLinFactNeighborY="-4074"/>
      <dgm:spPr/>
    </dgm:pt>
    <dgm:pt modelId="{888ABCFE-5680-4A61-B24B-3663313FD89E}" type="pres">
      <dgm:prSet presAssocID="{FA573496-CAD2-4BEC-BD4F-47EA813D2D8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CAFBF535-18A2-49DA-8262-CD57796B18D9}" type="pres">
      <dgm:prSet presAssocID="{FA573496-CAD2-4BEC-BD4F-47EA813D2D82}" presName="spaceRect" presStyleCnt="0"/>
      <dgm:spPr/>
    </dgm:pt>
    <dgm:pt modelId="{B2A3477D-55ED-4D9C-833A-7C50778273AA}" type="pres">
      <dgm:prSet presAssocID="{FA573496-CAD2-4BEC-BD4F-47EA813D2D82}" presName="parTx" presStyleLbl="revTx" presStyleIdx="2" presStyleCnt="6" custScaleX="108710">
        <dgm:presLayoutVars>
          <dgm:chMax val="0"/>
          <dgm:chPref val="0"/>
        </dgm:presLayoutVars>
      </dgm:prSet>
      <dgm:spPr/>
    </dgm:pt>
    <dgm:pt modelId="{250E0C68-AA1E-4F5E-ABF0-B2AA3EA875FC}" type="pres">
      <dgm:prSet presAssocID="{52514378-2E99-48F2-8F8C-D6B06021169B}" presName="sibTrans" presStyleCnt="0"/>
      <dgm:spPr/>
    </dgm:pt>
    <dgm:pt modelId="{8F4511EA-A504-4349-8132-3BF46A311BC9}" type="pres">
      <dgm:prSet presAssocID="{27BAD340-835A-409C-83DF-DF3B2454FD11}" presName="compNode" presStyleCnt="0"/>
      <dgm:spPr/>
    </dgm:pt>
    <dgm:pt modelId="{1502FE6B-D86F-402B-A9DB-1019C645D503}" type="pres">
      <dgm:prSet presAssocID="{27BAD340-835A-409C-83DF-DF3B2454FD11}" presName="bgRect" presStyleLbl="bgShp" presStyleIdx="3" presStyleCnt="6"/>
      <dgm:spPr/>
    </dgm:pt>
    <dgm:pt modelId="{6CF0F750-546D-4047-8147-D64178392DD3}" type="pres">
      <dgm:prSet presAssocID="{27BAD340-835A-409C-83DF-DF3B2454FD1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6E7B9106-7EA8-455B-86BC-2C63D50D1D0D}" type="pres">
      <dgm:prSet presAssocID="{27BAD340-835A-409C-83DF-DF3B2454FD11}" presName="spaceRect" presStyleCnt="0"/>
      <dgm:spPr/>
    </dgm:pt>
    <dgm:pt modelId="{11C14F3D-C3D2-4FD0-8593-8E2ED76FA2F4}" type="pres">
      <dgm:prSet presAssocID="{27BAD340-835A-409C-83DF-DF3B2454FD11}" presName="parTx" presStyleLbl="revTx" presStyleIdx="3" presStyleCnt="6">
        <dgm:presLayoutVars>
          <dgm:chMax val="0"/>
          <dgm:chPref val="0"/>
        </dgm:presLayoutVars>
      </dgm:prSet>
      <dgm:spPr/>
    </dgm:pt>
    <dgm:pt modelId="{4155B522-DBDB-44A8-98E8-4EA3B3F3EA46}" type="pres">
      <dgm:prSet presAssocID="{83CB50BB-2DA9-4321-8EC1-C14AADC7850C}" presName="sibTrans" presStyleCnt="0"/>
      <dgm:spPr/>
    </dgm:pt>
    <dgm:pt modelId="{74BBAF14-CDB7-48FC-9DE0-69E4AC1DE465}" type="pres">
      <dgm:prSet presAssocID="{E7F19280-DF1F-42B2-B02B-93A2E975A6C3}" presName="compNode" presStyleCnt="0"/>
      <dgm:spPr/>
    </dgm:pt>
    <dgm:pt modelId="{22F15A85-B541-4788-8C3C-DA982782780A}" type="pres">
      <dgm:prSet presAssocID="{E7F19280-DF1F-42B2-B02B-93A2E975A6C3}" presName="bgRect" presStyleLbl="bgShp" presStyleIdx="4" presStyleCnt="6"/>
      <dgm:spPr/>
    </dgm:pt>
    <dgm:pt modelId="{2FBE40EA-EF8D-48A7-A637-7BEEA933361E}" type="pres">
      <dgm:prSet presAssocID="{E7F19280-DF1F-42B2-B02B-93A2E975A6C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7BB6ADBC-FAD5-4C8A-953D-0957D13A5DD5}" type="pres">
      <dgm:prSet presAssocID="{E7F19280-DF1F-42B2-B02B-93A2E975A6C3}" presName="spaceRect" presStyleCnt="0"/>
      <dgm:spPr/>
    </dgm:pt>
    <dgm:pt modelId="{179107A4-BA56-4C77-8C2E-32157F455EE9}" type="pres">
      <dgm:prSet presAssocID="{E7F19280-DF1F-42B2-B02B-93A2E975A6C3}" presName="parTx" presStyleLbl="revTx" presStyleIdx="4" presStyleCnt="6">
        <dgm:presLayoutVars>
          <dgm:chMax val="0"/>
          <dgm:chPref val="0"/>
        </dgm:presLayoutVars>
      </dgm:prSet>
      <dgm:spPr/>
    </dgm:pt>
    <dgm:pt modelId="{BB981E68-125A-41B6-AC24-D6BD9B746A36}" type="pres">
      <dgm:prSet presAssocID="{5D199FD8-EC09-4FCE-990D-312E2FC776FD}" presName="sibTrans" presStyleCnt="0"/>
      <dgm:spPr/>
    </dgm:pt>
    <dgm:pt modelId="{DEC6F10E-75E4-4550-B917-4C779BACA20A}" type="pres">
      <dgm:prSet presAssocID="{F2891DF3-F6BB-4ED9-909F-C5ADD5CD4687}" presName="compNode" presStyleCnt="0"/>
      <dgm:spPr/>
    </dgm:pt>
    <dgm:pt modelId="{54A6F2A5-A44B-46FF-B682-204FB864AAB8}" type="pres">
      <dgm:prSet presAssocID="{F2891DF3-F6BB-4ED9-909F-C5ADD5CD4687}" presName="bgRect" presStyleLbl="bgShp" presStyleIdx="5" presStyleCnt="6"/>
      <dgm:spPr/>
    </dgm:pt>
    <dgm:pt modelId="{31837925-7B7F-45A6-BA51-1FD79EBEFD21}" type="pres">
      <dgm:prSet presAssocID="{F2891DF3-F6BB-4ED9-909F-C5ADD5CD468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AD681BAB-0927-4C8A-84AF-C90746D9A764}" type="pres">
      <dgm:prSet presAssocID="{F2891DF3-F6BB-4ED9-909F-C5ADD5CD4687}" presName="spaceRect" presStyleCnt="0"/>
      <dgm:spPr/>
    </dgm:pt>
    <dgm:pt modelId="{1527DE39-143C-457E-8376-D92B03CE6ED2}" type="pres">
      <dgm:prSet presAssocID="{F2891DF3-F6BB-4ED9-909F-C5ADD5CD468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94CC30E-E604-46FC-9B1C-E9A0BE3D9A99}" srcId="{6F2EEC1B-203A-4BD2-A67D-8505CBA7B849}" destId="{904DC256-63C0-421C-AA99-7BF6CD7C0461}" srcOrd="0" destOrd="0" parTransId="{6B207838-5E91-42E0-BF2B-8B3CC14AA095}" sibTransId="{519F3598-F542-4291-88AD-9643B67EBB3F}"/>
    <dgm:cxn modelId="{41920217-D4BD-472E-983A-2C944A8FCDB2}" type="presOf" srcId="{F2891DF3-F6BB-4ED9-909F-C5ADD5CD4687}" destId="{1527DE39-143C-457E-8376-D92B03CE6ED2}" srcOrd="0" destOrd="0" presId="urn:microsoft.com/office/officeart/2018/2/layout/IconVerticalSolidList"/>
    <dgm:cxn modelId="{C3F3D61E-1927-4B7B-95F5-D97E62935B05}" type="presOf" srcId="{FA573496-CAD2-4BEC-BD4F-47EA813D2D82}" destId="{B2A3477D-55ED-4D9C-833A-7C50778273AA}" srcOrd="0" destOrd="0" presId="urn:microsoft.com/office/officeart/2018/2/layout/IconVerticalSolidList"/>
    <dgm:cxn modelId="{F2A75A3D-7C77-4F2F-AB78-E05B147609B2}" srcId="{6F2EEC1B-203A-4BD2-A67D-8505CBA7B849}" destId="{BEF09199-A86D-4444-9A7D-1FBDA7B3EAE3}" srcOrd="1" destOrd="0" parTransId="{41D3F573-5883-43F4-928A-6824A60E9AC5}" sibTransId="{5ED545EA-9BB5-4187-A8BC-A4F072D93E03}"/>
    <dgm:cxn modelId="{819F2C67-BEFC-429D-AD59-4749EAE6E522}" srcId="{6F2EEC1B-203A-4BD2-A67D-8505CBA7B849}" destId="{E7F19280-DF1F-42B2-B02B-93A2E975A6C3}" srcOrd="4" destOrd="0" parTransId="{066F9E1B-0350-4645-983C-D96C58B39D8F}" sibTransId="{5D199FD8-EC09-4FCE-990D-312E2FC776FD}"/>
    <dgm:cxn modelId="{F4D4174E-8B1A-411D-9935-3D150F55A048}" type="presOf" srcId="{BEF09199-A86D-4444-9A7D-1FBDA7B3EAE3}" destId="{8FC878EE-CE50-496D-B3CE-42675DE6B369}" srcOrd="0" destOrd="0" presId="urn:microsoft.com/office/officeart/2018/2/layout/IconVerticalSolidList"/>
    <dgm:cxn modelId="{71432E52-C3FC-4B1D-8A75-8B79F084FCDB}" type="presOf" srcId="{904DC256-63C0-421C-AA99-7BF6CD7C0461}" destId="{5896D853-4CFE-44D6-BBA8-1A6250102149}" srcOrd="0" destOrd="0" presId="urn:microsoft.com/office/officeart/2018/2/layout/IconVerticalSolidList"/>
    <dgm:cxn modelId="{BD62A08E-384B-4FD5-8337-E384FE9C5B52}" srcId="{6F2EEC1B-203A-4BD2-A67D-8505CBA7B849}" destId="{27BAD340-835A-409C-83DF-DF3B2454FD11}" srcOrd="3" destOrd="0" parTransId="{E2EB984D-6A74-4638-8348-B5BF412CE2D9}" sibTransId="{83CB50BB-2DA9-4321-8EC1-C14AADC7850C}"/>
    <dgm:cxn modelId="{CEAED4A6-81A4-4001-9CDB-5C54D1B744A5}" srcId="{6F2EEC1B-203A-4BD2-A67D-8505CBA7B849}" destId="{F2891DF3-F6BB-4ED9-909F-C5ADD5CD4687}" srcOrd="5" destOrd="0" parTransId="{8933C1C7-9A57-4760-81B9-CEDCE6952CAE}" sibTransId="{31298FF5-03D3-46D8-B65C-B9DA433F6FAF}"/>
    <dgm:cxn modelId="{E6ADFCBF-EE08-4A17-8B11-8F9C6F37248A}" srcId="{6F2EEC1B-203A-4BD2-A67D-8505CBA7B849}" destId="{FA573496-CAD2-4BEC-BD4F-47EA813D2D82}" srcOrd="2" destOrd="0" parTransId="{66C5FCD3-6437-49BA-9517-6EEA71379C54}" sibTransId="{52514378-2E99-48F2-8F8C-D6B06021169B}"/>
    <dgm:cxn modelId="{7A1C48C2-0C08-438B-959E-3A9D779FDA22}" type="presOf" srcId="{E7F19280-DF1F-42B2-B02B-93A2E975A6C3}" destId="{179107A4-BA56-4C77-8C2E-32157F455EE9}" srcOrd="0" destOrd="0" presId="urn:microsoft.com/office/officeart/2018/2/layout/IconVerticalSolidList"/>
    <dgm:cxn modelId="{8C55F8DE-787A-480A-878A-5A351620576F}" type="presOf" srcId="{6F2EEC1B-203A-4BD2-A67D-8505CBA7B849}" destId="{04B161CB-F68C-4111-AE71-5C9CDE34C96A}" srcOrd="0" destOrd="0" presId="urn:microsoft.com/office/officeart/2018/2/layout/IconVerticalSolidList"/>
    <dgm:cxn modelId="{AF13F8EF-8360-4AE6-9FC0-FA3479621E26}" type="presOf" srcId="{27BAD340-835A-409C-83DF-DF3B2454FD11}" destId="{11C14F3D-C3D2-4FD0-8593-8E2ED76FA2F4}" srcOrd="0" destOrd="0" presId="urn:microsoft.com/office/officeart/2018/2/layout/IconVerticalSolidList"/>
    <dgm:cxn modelId="{2C89BFDC-37BF-4783-8507-DFF70E2A7440}" type="presParOf" srcId="{04B161CB-F68C-4111-AE71-5C9CDE34C96A}" destId="{6E675B48-F480-42DF-AEF3-88EA84691C73}" srcOrd="0" destOrd="0" presId="urn:microsoft.com/office/officeart/2018/2/layout/IconVerticalSolidList"/>
    <dgm:cxn modelId="{BDEAD0DD-DD38-4D73-8D06-7FAA762D2F94}" type="presParOf" srcId="{6E675B48-F480-42DF-AEF3-88EA84691C73}" destId="{2A5BC401-6373-4EE2-A6DE-2FD7290BCA9A}" srcOrd="0" destOrd="0" presId="urn:microsoft.com/office/officeart/2018/2/layout/IconVerticalSolidList"/>
    <dgm:cxn modelId="{A4B4B484-D799-4284-83EE-35B658CA3B99}" type="presParOf" srcId="{6E675B48-F480-42DF-AEF3-88EA84691C73}" destId="{036367A4-B9C1-454C-A7BC-686BABD0DB39}" srcOrd="1" destOrd="0" presId="urn:microsoft.com/office/officeart/2018/2/layout/IconVerticalSolidList"/>
    <dgm:cxn modelId="{873690F8-EE17-4D9A-B0C6-340DE391B43C}" type="presParOf" srcId="{6E675B48-F480-42DF-AEF3-88EA84691C73}" destId="{9196204F-5939-4BBA-BD6E-818C9ACB4DAC}" srcOrd="2" destOrd="0" presId="urn:microsoft.com/office/officeart/2018/2/layout/IconVerticalSolidList"/>
    <dgm:cxn modelId="{9D9F5C45-C7B2-4C7E-8212-32E5D1DD9989}" type="presParOf" srcId="{6E675B48-F480-42DF-AEF3-88EA84691C73}" destId="{5896D853-4CFE-44D6-BBA8-1A6250102149}" srcOrd="3" destOrd="0" presId="urn:microsoft.com/office/officeart/2018/2/layout/IconVerticalSolidList"/>
    <dgm:cxn modelId="{4D12F77B-6E16-4537-AA61-29049B5FC63C}" type="presParOf" srcId="{04B161CB-F68C-4111-AE71-5C9CDE34C96A}" destId="{51365CBA-0B97-4054-87D6-262655C0A6F1}" srcOrd="1" destOrd="0" presId="urn:microsoft.com/office/officeart/2018/2/layout/IconVerticalSolidList"/>
    <dgm:cxn modelId="{E5F41284-B181-4B71-B25E-9F544DE74CEB}" type="presParOf" srcId="{04B161CB-F68C-4111-AE71-5C9CDE34C96A}" destId="{5B1EA09E-7190-46A2-BA5B-9692DFB044FB}" srcOrd="2" destOrd="0" presId="urn:microsoft.com/office/officeart/2018/2/layout/IconVerticalSolidList"/>
    <dgm:cxn modelId="{5FACB52E-89EB-4775-B72A-9AC8DD4C3873}" type="presParOf" srcId="{5B1EA09E-7190-46A2-BA5B-9692DFB044FB}" destId="{8E34B8D2-8799-456F-96EF-F021463F20DD}" srcOrd="0" destOrd="0" presId="urn:microsoft.com/office/officeart/2018/2/layout/IconVerticalSolidList"/>
    <dgm:cxn modelId="{C4FFD1CB-19D7-47B1-BB03-0139E608E07E}" type="presParOf" srcId="{5B1EA09E-7190-46A2-BA5B-9692DFB044FB}" destId="{364C55EF-1D7D-41E6-98A8-C557B79BB3A0}" srcOrd="1" destOrd="0" presId="urn:microsoft.com/office/officeart/2018/2/layout/IconVerticalSolidList"/>
    <dgm:cxn modelId="{8C1B5984-6C06-4E92-BF86-CD45401BDFEE}" type="presParOf" srcId="{5B1EA09E-7190-46A2-BA5B-9692DFB044FB}" destId="{D8706080-0375-4E63-8F11-5BEBEE8EE987}" srcOrd="2" destOrd="0" presId="urn:microsoft.com/office/officeart/2018/2/layout/IconVerticalSolidList"/>
    <dgm:cxn modelId="{D20D6F8E-631B-4CF7-BEA1-0A1D844705C8}" type="presParOf" srcId="{5B1EA09E-7190-46A2-BA5B-9692DFB044FB}" destId="{8FC878EE-CE50-496D-B3CE-42675DE6B369}" srcOrd="3" destOrd="0" presId="urn:microsoft.com/office/officeart/2018/2/layout/IconVerticalSolidList"/>
    <dgm:cxn modelId="{5E987B23-F56C-473F-B17B-A0F6F9169042}" type="presParOf" srcId="{04B161CB-F68C-4111-AE71-5C9CDE34C96A}" destId="{2EC20EE9-F641-404F-AA4D-BD98E5E3E4CD}" srcOrd="3" destOrd="0" presId="urn:microsoft.com/office/officeart/2018/2/layout/IconVerticalSolidList"/>
    <dgm:cxn modelId="{76195121-98AD-49C6-8827-AE068002AFE3}" type="presParOf" srcId="{04B161CB-F68C-4111-AE71-5C9CDE34C96A}" destId="{9C3B3321-E289-46AF-8346-33E667613F06}" srcOrd="4" destOrd="0" presId="urn:microsoft.com/office/officeart/2018/2/layout/IconVerticalSolidList"/>
    <dgm:cxn modelId="{7B58CE26-B998-4D04-9CC5-98BE48041B11}" type="presParOf" srcId="{9C3B3321-E289-46AF-8346-33E667613F06}" destId="{359E7C45-3C3A-43D6-AD1D-2570B4FF89A9}" srcOrd="0" destOrd="0" presId="urn:microsoft.com/office/officeart/2018/2/layout/IconVerticalSolidList"/>
    <dgm:cxn modelId="{B57F72F5-1134-4FA3-BE6E-D3C042C510D4}" type="presParOf" srcId="{9C3B3321-E289-46AF-8346-33E667613F06}" destId="{888ABCFE-5680-4A61-B24B-3663313FD89E}" srcOrd="1" destOrd="0" presId="urn:microsoft.com/office/officeart/2018/2/layout/IconVerticalSolidList"/>
    <dgm:cxn modelId="{A71B8B1C-5524-4A44-A05F-BAAB26E47864}" type="presParOf" srcId="{9C3B3321-E289-46AF-8346-33E667613F06}" destId="{CAFBF535-18A2-49DA-8262-CD57796B18D9}" srcOrd="2" destOrd="0" presId="urn:microsoft.com/office/officeart/2018/2/layout/IconVerticalSolidList"/>
    <dgm:cxn modelId="{99D2D669-AA4F-494C-889B-A760F02FA0AE}" type="presParOf" srcId="{9C3B3321-E289-46AF-8346-33E667613F06}" destId="{B2A3477D-55ED-4D9C-833A-7C50778273AA}" srcOrd="3" destOrd="0" presId="urn:microsoft.com/office/officeart/2018/2/layout/IconVerticalSolidList"/>
    <dgm:cxn modelId="{CD936D43-7F4E-4A88-9C91-5810B61DE0FE}" type="presParOf" srcId="{04B161CB-F68C-4111-AE71-5C9CDE34C96A}" destId="{250E0C68-AA1E-4F5E-ABF0-B2AA3EA875FC}" srcOrd="5" destOrd="0" presId="urn:microsoft.com/office/officeart/2018/2/layout/IconVerticalSolidList"/>
    <dgm:cxn modelId="{E1993E29-668D-4886-8A21-DD45E40C8E8E}" type="presParOf" srcId="{04B161CB-F68C-4111-AE71-5C9CDE34C96A}" destId="{8F4511EA-A504-4349-8132-3BF46A311BC9}" srcOrd="6" destOrd="0" presId="urn:microsoft.com/office/officeart/2018/2/layout/IconVerticalSolidList"/>
    <dgm:cxn modelId="{CDA66A3A-CAF2-422A-9CF0-6A2E894D2BD8}" type="presParOf" srcId="{8F4511EA-A504-4349-8132-3BF46A311BC9}" destId="{1502FE6B-D86F-402B-A9DB-1019C645D503}" srcOrd="0" destOrd="0" presId="urn:microsoft.com/office/officeart/2018/2/layout/IconVerticalSolidList"/>
    <dgm:cxn modelId="{90FC4874-74CD-4D0A-B2E8-FEA0D59C28CC}" type="presParOf" srcId="{8F4511EA-A504-4349-8132-3BF46A311BC9}" destId="{6CF0F750-546D-4047-8147-D64178392DD3}" srcOrd="1" destOrd="0" presId="urn:microsoft.com/office/officeart/2018/2/layout/IconVerticalSolidList"/>
    <dgm:cxn modelId="{D8CF715B-D28B-4194-A3CF-409EF83879C1}" type="presParOf" srcId="{8F4511EA-A504-4349-8132-3BF46A311BC9}" destId="{6E7B9106-7EA8-455B-86BC-2C63D50D1D0D}" srcOrd="2" destOrd="0" presId="urn:microsoft.com/office/officeart/2018/2/layout/IconVerticalSolidList"/>
    <dgm:cxn modelId="{21E2991B-1990-4BEC-A28A-7D7CC98DFDD2}" type="presParOf" srcId="{8F4511EA-A504-4349-8132-3BF46A311BC9}" destId="{11C14F3D-C3D2-4FD0-8593-8E2ED76FA2F4}" srcOrd="3" destOrd="0" presId="urn:microsoft.com/office/officeart/2018/2/layout/IconVerticalSolidList"/>
    <dgm:cxn modelId="{F8E4728D-894C-48D3-994E-B0D2CADF32A7}" type="presParOf" srcId="{04B161CB-F68C-4111-AE71-5C9CDE34C96A}" destId="{4155B522-DBDB-44A8-98E8-4EA3B3F3EA46}" srcOrd="7" destOrd="0" presId="urn:microsoft.com/office/officeart/2018/2/layout/IconVerticalSolidList"/>
    <dgm:cxn modelId="{0B1EFD7A-8E84-4955-B567-4245F0110BD3}" type="presParOf" srcId="{04B161CB-F68C-4111-AE71-5C9CDE34C96A}" destId="{74BBAF14-CDB7-48FC-9DE0-69E4AC1DE465}" srcOrd="8" destOrd="0" presId="urn:microsoft.com/office/officeart/2018/2/layout/IconVerticalSolidList"/>
    <dgm:cxn modelId="{7AFE2D76-3D00-49FC-8B10-D3701B4DCC61}" type="presParOf" srcId="{74BBAF14-CDB7-48FC-9DE0-69E4AC1DE465}" destId="{22F15A85-B541-4788-8C3C-DA982782780A}" srcOrd="0" destOrd="0" presId="urn:microsoft.com/office/officeart/2018/2/layout/IconVerticalSolidList"/>
    <dgm:cxn modelId="{E3D623CE-EF67-4E51-804B-357A3E85783F}" type="presParOf" srcId="{74BBAF14-CDB7-48FC-9DE0-69E4AC1DE465}" destId="{2FBE40EA-EF8D-48A7-A637-7BEEA933361E}" srcOrd="1" destOrd="0" presId="urn:microsoft.com/office/officeart/2018/2/layout/IconVerticalSolidList"/>
    <dgm:cxn modelId="{0DB315CF-E3E4-49D8-BB5C-FB140A72CC4C}" type="presParOf" srcId="{74BBAF14-CDB7-48FC-9DE0-69E4AC1DE465}" destId="{7BB6ADBC-FAD5-4C8A-953D-0957D13A5DD5}" srcOrd="2" destOrd="0" presId="urn:microsoft.com/office/officeart/2018/2/layout/IconVerticalSolidList"/>
    <dgm:cxn modelId="{B2702BF8-741E-4C0D-BE28-ACCA0115B6F1}" type="presParOf" srcId="{74BBAF14-CDB7-48FC-9DE0-69E4AC1DE465}" destId="{179107A4-BA56-4C77-8C2E-32157F455EE9}" srcOrd="3" destOrd="0" presId="urn:microsoft.com/office/officeart/2018/2/layout/IconVerticalSolidList"/>
    <dgm:cxn modelId="{3077E46D-C6B1-436B-9639-602884FBD316}" type="presParOf" srcId="{04B161CB-F68C-4111-AE71-5C9CDE34C96A}" destId="{BB981E68-125A-41B6-AC24-D6BD9B746A36}" srcOrd="9" destOrd="0" presId="urn:microsoft.com/office/officeart/2018/2/layout/IconVerticalSolidList"/>
    <dgm:cxn modelId="{CD2BFE86-2715-4161-9974-D0A3CD718743}" type="presParOf" srcId="{04B161CB-F68C-4111-AE71-5C9CDE34C96A}" destId="{DEC6F10E-75E4-4550-B917-4C779BACA20A}" srcOrd="10" destOrd="0" presId="urn:microsoft.com/office/officeart/2018/2/layout/IconVerticalSolidList"/>
    <dgm:cxn modelId="{5B3A9BD1-31BB-4CC5-9B37-8A3D079F9A73}" type="presParOf" srcId="{DEC6F10E-75E4-4550-B917-4C779BACA20A}" destId="{54A6F2A5-A44B-46FF-B682-204FB864AAB8}" srcOrd="0" destOrd="0" presId="urn:microsoft.com/office/officeart/2018/2/layout/IconVerticalSolidList"/>
    <dgm:cxn modelId="{4B022C1A-8DDD-41EA-8807-0B6E2C2F99CC}" type="presParOf" srcId="{DEC6F10E-75E4-4550-B917-4C779BACA20A}" destId="{31837925-7B7F-45A6-BA51-1FD79EBEFD21}" srcOrd="1" destOrd="0" presId="urn:microsoft.com/office/officeart/2018/2/layout/IconVerticalSolidList"/>
    <dgm:cxn modelId="{CDFA93A4-1D23-457A-9BB6-7252C05F5DCB}" type="presParOf" srcId="{DEC6F10E-75E4-4550-B917-4C779BACA20A}" destId="{AD681BAB-0927-4C8A-84AF-C90746D9A764}" srcOrd="2" destOrd="0" presId="urn:microsoft.com/office/officeart/2018/2/layout/IconVerticalSolidList"/>
    <dgm:cxn modelId="{4A8568DD-7FBF-424E-AD9D-5B1B1BDEC774}" type="presParOf" srcId="{DEC6F10E-75E4-4550-B917-4C779BACA20A}" destId="{1527DE39-143C-457E-8376-D92B03CE6E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5402B-A99B-41EF-9CD5-849F86175D3F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7C739-F928-42D6-899A-1A166E401487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0B95E-DF85-4B15-B960-947AB834986C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Predict the winning team in IPL matches using historical match data.</a:t>
          </a:r>
          <a:endParaRPr lang="en-US" sz="2300" kern="1200"/>
        </a:p>
      </dsp:txBody>
      <dsp:txXfrm>
        <a:off x="1834517" y="469890"/>
        <a:ext cx="3148942" cy="1335915"/>
      </dsp:txXfrm>
    </dsp:sp>
    <dsp:sp modelId="{12165162-D175-4499-AA2D-05346C6DE341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CDA3B4-7FD7-4349-B628-1B718C6DC09B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5E6E5-B562-4BE9-8C5D-1B9F0CD8853F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Apply multiple machine learning algorithms.</a:t>
          </a:r>
          <a:endParaRPr lang="en-US" sz="2300" kern="1200"/>
        </a:p>
      </dsp:txBody>
      <dsp:txXfrm>
        <a:off x="7154322" y="469890"/>
        <a:ext cx="3148942" cy="1335915"/>
      </dsp:txXfrm>
    </dsp:sp>
    <dsp:sp modelId="{F98FA75F-CC78-4E64-BFDA-C9B142979BEE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27B0E-3960-4FC2-BAA6-F2551C6AF8B2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5BA51-9C22-4647-AD4B-F434A33B9CBE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Compare models and identify the best performer.</a:t>
          </a:r>
          <a:endParaRPr lang="en-US" sz="2300" kern="1200"/>
        </a:p>
      </dsp:txBody>
      <dsp:txXfrm>
        <a:off x="1834517" y="2545532"/>
        <a:ext cx="3148942" cy="1335915"/>
      </dsp:txXfrm>
    </dsp:sp>
    <dsp:sp modelId="{FE3AB527-8615-4CA7-97F0-F10949A90136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80821-1DAC-46F3-89AB-8A33493A8C86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5E4EC-DD5C-42F4-851B-D4247821B89C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Save the best model for future predictions.</a:t>
          </a:r>
          <a:endParaRPr lang="en-US" sz="2300" kern="120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DC1A7-F69D-459B-AD7E-2712F8C270FD}">
      <dsp:nvSpPr>
        <dsp:cNvPr id="0" name=""/>
        <dsp:cNvSpPr/>
      </dsp:nvSpPr>
      <dsp:spPr>
        <a:xfrm>
          <a:off x="0" y="11684"/>
          <a:ext cx="6253721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 dirty="0"/>
            <a:t>Label Encoding for target variable ‘</a:t>
          </a:r>
          <a:r>
            <a:rPr lang="en-US" sz="3000" b="1" i="0" kern="1200" baseline="0" dirty="0"/>
            <a:t>winner’</a:t>
          </a:r>
          <a:endParaRPr lang="en-US" sz="3000" kern="1200" dirty="0"/>
        </a:p>
      </dsp:txBody>
      <dsp:txXfrm>
        <a:off x="58257" y="69941"/>
        <a:ext cx="6137207" cy="1076886"/>
      </dsp:txXfrm>
    </dsp:sp>
    <dsp:sp modelId="{34A7174E-7829-40FE-9F0F-49038DD91CAB}">
      <dsp:nvSpPr>
        <dsp:cNvPr id="0" name=""/>
        <dsp:cNvSpPr/>
      </dsp:nvSpPr>
      <dsp:spPr>
        <a:xfrm>
          <a:off x="0" y="1291484"/>
          <a:ext cx="6253721" cy="119340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One-Hot Encoding for categorical input features</a:t>
          </a:r>
          <a:endParaRPr lang="en-US" sz="3000" kern="1200"/>
        </a:p>
      </dsp:txBody>
      <dsp:txXfrm>
        <a:off x="58257" y="1349741"/>
        <a:ext cx="6137207" cy="1076886"/>
      </dsp:txXfrm>
    </dsp:sp>
    <dsp:sp modelId="{030A2E15-5380-457D-B89A-E5EE7161FA59}">
      <dsp:nvSpPr>
        <dsp:cNvPr id="0" name=""/>
        <dsp:cNvSpPr/>
      </dsp:nvSpPr>
      <dsp:spPr>
        <a:xfrm>
          <a:off x="0" y="2571284"/>
          <a:ext cx="6253721" cy="119340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Normalized numerical values</a:t>
          </a:r>
          <a:endParaRPr lang="en-US" sz="3000" kern="1200"/>
        </a:p>
      </dsp:txBody>
      <dsp:txXfrm>
        <a:off x="58257" y="2629541"/>
        <a:ext cx="6137207" cy="1076886"/>
      </dsp:txXfrm>
    </dsp:sp>
    <dsp:sp modelId="{5E2934B5-7972-4D96-8550-F0A26D94CFEE}">
      <dsp:nvSpPr>
        <dsp:cNvPr id="0" name=""/>
        <dsp:cNvSpPr/>
      </dsp:nvSpPr>
      <dsp:spPr>
        <a:xfrm>
          <a:off x="0" y="3851085"/>
          <a:ext cx="6253721" cy="11934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Final dataset prepared with all numerical inputs</a:t>
          </a:r>
          <a:endParaRPr lang="en-US" sz="3000" kern="1200"/>
        </a:p>
      </dsp:txBody>
      <dsp:txXfrm>
        <a:off x="58257" y="3909342"/>
        <a:ext cx="6137207" cy="1076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BC401-6373-4EE2-A6DE-2FD7290BCA9A}">
      <dsp:nvSpPr>
        <dsp:cNvPr id="0" name=""/>
        <dsp:cNvSpPr/>
      </dsp:nvSpPr>
      <dsp:spPr>
        <a:xfrm>
          <a:off x="-213231" y="7771"/>
          <a:ext cx="10515600" cy="5980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367A4-B9C1-454C-A7BC-686BABD0DB39}">
      <dsp:nvSpPr>
        <dsp:cNvPr id="0" name=""/>
        <dsp:cNvSpPr/>
      </dsp:nvSpPr>
      <dsp:spPr>
        <a:xfrm>
          <a:off x="-32324" y="142330"/>
          <a:ext cx="328922" cy="3289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96D853-4CFE-44D6-BBA8-1A6250102149}">
      <dsp:nvSpPr>
        <dsp:cNvPr id="0" name=""/>
        <dsp:cNvSpPr/>
      </dsp:nvSpPr>
      <dsp:spPr>
        <a:xfrm>
          <a:off x="477505" y="7771"/>
          <a:ext cx="9823511" cy="598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3" tIns="63293" rIns="63293" bIns="632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Mumbai Indians</a:t>
          </a:r>
          <a:r>
            <a:rPr lang="en-US" sz="1900" b="0" i="0" kern="1200" baseline="0"/>
            <a:t> and </a:t>
          </a:r>
          <a:r>
            <a:rPr lang="en-US" sz="1900" b="1" i="0" kern="1200" baseline="0"/>
            <a:t>Chennai Super Kings</a:t>
          </a:r>
          <a:r>
            <a:rPr lang="en-US" sz="1900" b="0" i="0" kern="1200" baseline="0"/>
            <a:t> are the most successful teams.</a:t>
          </a:r>
          <a:endParaRPr lang="en-US" sz="1900" kern="1200"/>
        </a:p>
      </dsp:txBody>
      <dsp:txXfrm>
        <a:off x="477505" y="7771"/>
        <a:ext cx="9823511" cy="598040"/>
      </dsp:txXfrm>
    </dsp:sp>
    <dsp:sp modelId="{8E34B8D2-8799-456F-96EF-F021463F20DD}">
      <dsp:nvSpPr>
        <dsp:cNvPr id="0" name=""/>
        <dsp:cNvSpPr/>
      </dsp:nvSpPr>
      <dsp:spPr>
        <a:xfrm>
          <a:off x="-213231" y="755322"/>
          <a:ext cx="10515600" cy="5980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C55EF-1D7D-41E6-98A8-C557B79BB3A0}">
      <dsp:nvSpPr>
        <dsp:cNvPr id="0" name=""/>
        <dsp:cNvSpPr/>
      </dsp:nvSpPr>
      <dsp:spPr>
        <a:xfrm>
          <a:off x="-32324" y="889881"/>
          <a:ext cx="328922" cy="3289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878EE-CE50-496D-B3CE-42675DE6B369}">
      <dsp:nvSpPr>
        <dsp:cNvPr id="0" name=""/>
        <dsp:cNvSpPr/>
      </dsp:nvSpPr>
      <dsp:spPr>
        <a:xfrm>
          <a:off x="477505" y="755322"/>
          <a:ext cx="9823511" cy="598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3" tIns="63293" rIns="63293" bIns="632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Most teams prefer to </a:t>
          </a:r>
          <a:r>
            <a:rPr lang="en-US" sz="1900" b="1" i="0" kern="1200" baseline="0"/>
            <a:t>field first</a:t>
          </a:r>
          <a:r>
            <a:rPr lang="en-US" sz="1900" b="0" i="0" kern="1200" baseline="0"/>
            <a:t> after winning the toss.</a:t>
          </a:r>
          <a:endParaRPr lang="en-US" sz="1900" kern="1200"/>
        </a:p>
      </dsp:txBody>
      <dsp:txXfrm>
        <a:off x="477505" y="755322"/>
        <a:ext cx="9823511" cy="598040"/>
      </dsp:txXfrm>
    </dsp:sp>
    <dsp:sp modelId="{359E7C45-3C3A-43D6-AD1D-2570B4FF89A9}">
      <dsp:nvSpPr>
        <dsp:cNvPr id="0" name=""/>
        <dsp:cNvSpPr/>
      </dsp:nvSpPr>
      <dsp:spPr>
        <a:xfrm>
          <a:off x="-213231" y="1478508"/>
          <a:ext cx="10515600" cy="5980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ABCFE-5680-4A61-B24B-3663313FD89E}">
      <dsp:nvSpPr>
        <dsp:cNvPr id="0" name=""/>
        <dsp:cNvSpPr/>
      </dsp:nvSpPr>
      <dsp:spPr>
        <a:xfrm>
          <a:off x="-32324" y="1637432"/>
          <a:ext cx="328922" cy="3289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3477D-55ED-4D9C-833A-7C50778273AA}">
      <dsp:nvSpPr>
        <dsp:cNvPr id="0" name=""/>
        <dsp:cNvSpPr/>
      </dsp:nvSpPr>
      <dsp:spPr>
        <a:xfrm>
          <a:off x="49691" y="1502873"/>
          <a:ext cx="10679139" cy="598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3" tIns="63293" rIns="63293" bIns="632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         Toss winner doesn't always win the match — only a </a:t>
          </a:r>
          <a:r>
            <a:rPr lang="en-US" sz="1900" b="1" i="0" kern="1200" baseline="0" dirty="0"/>
            <a:t>slight advantage</a:t>
          </a:r>
          <a:r>
            <a:rPr lang="en-US" sz="1900" b="0" i="0" kern="1200" baseline="0" dirty="0"/>
            <a:t>.</a:t>
          </a:r>
          <a:endParaRPr lang="en-US" sz="1900" kern="1200" dirty="0"/>
        </a:p>
      </dsp:txBody>
      <dsp:txXfrm>
        <a:off x="49691" y="1502873"/>
        <a:ext cx="10679139" cy="598040"/>
      </dsp:txXfrm>
    </dsp:sp>
    <dsp:sp modelId="{1502FE6B-D86F-402B-A9DB-1019C645D503}">
      <dsp:nvSpPr>
        <dsp:cNvPr id="0" name=""/>
        <dsp:cNvSpPr/>
      </dsp:nvSpPr>
      <dsp:spPr>
        <a:xfrm>
          <a:off x="-213231" y="2250424"/>
          <a:ext cx="10515600" cy="5980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0F750-546D-4047-8147-D64178392DD3}">
      <dsp:nvSpPr>
        <dsp:cNvPr id="0" name=""/>
        <dsp:cNvSpPr/>
      </dsp:nvSpPr>
      <dsp:spPr>
        <a:xfrm>
          <a:off x="-32324" y="2384983"/>
          <a:ext cx="328922" cy="3289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C14F3D-C3D2-4FD0-8593-8E2ED76FA2F4}">
      <dsp:nvSpPr>
        <dsp:cNvPr id="0" name=""/>
        <dsp:cNvSpPr/>
      </dsp:nvSpPr>
      <dsp:spPr>
        <a:xfrm>
          <a:off x="477505" y="2250424"/>
          <a:ext cx="9823511" cy="598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3" tIns="63293" rIns="63293" bIns="632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Teams batting first usually win by </a:t>
          </a:r>
          <a:r>
            <a:rPr lang="en-US" sz="1900" b="1" i="0" kern="1200" baseline="0"/>
            <a:t>10–40 runs</a:t>
          </a:r>
          <a:r>
            <a:rPr lang="en-US" sz="1900" b="0" i="0" kern="1200" baseline="0"/>
            <a:t>; chasing teams by </a:t>
          </a:r>
          <a:r>
            <a:rPr lang="en-US" sz="1900" b="1" i="0" kern="1200" baseline="0"/>
            <a:t>6–8 wickets</a:t>
          </a:r>
          <a:r>
            <a:rPr lang="en-US" sz="1900" b="0" i="0" kern="1200" baseline="0"/>
            <a:t>.</a:t>
          </a:r>
          <a:endParaRPr lang="en-US" sz="1900" kern="1200"/>
        </a:p>
      </dsp:txBody>
      <dsp:txXfrm>
        <a:off x="477505" y="2250424"/>
        <a:ext cx="9823511" cy="598040"/>
      </dsp:txXfrm>
    </dsp:sp>
    <dsp:sp modelId="{22F15A85-B541-4788-8C3C-DA982782780A}">
      <dsp:nvSpPr>
        <dsp:cNvPr id="0" name=""/>
        <dsp:cNvSpPr/>
      </dsp:nvSpPr>
      <dsp:spPr>
        <a:xfrm>
          <a:off x="-213231" y="2997975"/>
          <a:ext cx="10515600" cy="5980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E40EA-EF8D-48A7-A637-7BEEA933361E}">
      <dsp:nvSpPr>
        <dsp:cNvPr id="0" name=""/>
        <dsp:cNvSpPr/>
      </dsp:nvSpPr>
      <dsp:spPr>
        <a:xfrm>
          <a:off x="-32324" y="3132534"/>
          <a:ext cx="328922" cy="3289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107A4-BA56-4C77-8C2E-32157F455EE9}">
      <dsp:nvSpPr>
        <dsp:cNvPr id="0" name=""/>
        <dsp:cNvSpPr/>
      </dsp:nvSpPr>
      <dsp:spPr>
        <a:xfrm>
          <a:off x="477505" y="2997975"/>
          <a:ext cx="9823511" cy="598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3" tIns="63293" rIns="63293" bIns="632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 err="1"/>
            <a:t>XGBoost</a:t>
          </a:r>
          <a:r>
            <a:rPr lang="en-US" sz="1900" b="0" i="0" kern="1200" baseline="0" dirty="0"/>
            <a:t> and </a:t>
          </a:r>
          <a:r>
            <a:rPr lang="en-US" sz="1900" b="1" i="0" kern="1200" baseline="0" dirty="0"/>
            <a:t>Random Forest</a:t>
          </a:r>
          <a:r>
            <a:rPr lang="en-US" sz="1900" b="0" i="0" kern="1200" baseline="0" dirty="0"/>
            <a:t> gave the </a:t>
          </a:r>
          <a:r>
            <a:rPr lang="en-US" sz="1900" b="1" i="0" kern="1200" baseline="0" dirty="0"/>
            <a:t>best prediction results</a:t>
          </a:r>
          <a:r>
            <a:rPr lang="en-US" sz="1900" b="0" i="0" kern="1200" baseline="0" dirty="0"/>
            <a:t>.</a:t>
          </a:r>
          <a:endParaRPr lang="en-US" sz="1900" kern="1200" dirty="0"/>
        </a:p>
      </dsp:txBody>
      <dsp:txXfrm>
        <a:off x="477505" y="2997975"/>
        <a:ext cx="9823511" cy="598040"/>
      </dsp:txXfrm>
    </dsp:sp>
    <dsp:sp modelId="{54A6F2A5-A44B-46FF-B682-204FB864AAB8}">
      <dsp:nvSpPr>
        <dsp:cNvPr id="0" name=""/>
        <dsp:cNvSpPr/>
      </dsp:nvSpPr>
      <dsp:spPr>
        <a:xfrm>
          <a:off x="-213231" y="3745525"/>
          <a:ext cx="10515600" cy="5980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37925-7B7F-45A6-BA51-1FD79EBEFD21}">
      <dsp:nvSpPr>
        <dsp:cNvPr id="0" name=""/>
        <dsp:cNvSpPr/>
      </dsp:nvSpPr>
      <dsp:spPr>
        <a:xfrm>
          <a:off x="-32324" y="3880085"/>
          <a:ext cx="328922" cy="32892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7DE39-143C-457E-8376-D92B03CE6ED2}">
      <dsp:nvSpPr>
        <dsp:cNvPr id="0" name=""/>
        <dsp:cNvSpPr/>
      </dsp:nvSpPr>
      <dsp:spPr>
        <a:xfrm>
          <a:off x="477505" y="3745525"/>
          <a:ext cx="9823511" cy="598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93" tIns="63293" rIns="63293" bIns="6329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Applied </a:t>
          </a:r>
          <a:r>
            <a:rPr lang="en-US" sz="1900" b="1" i="0" kern="1200" baseline="0"/>
            <a:t>SMOTE</a:t>
          </a:r>
          <a:r>
            <a:rPr lang="en-US" sz="1900" b="0" i="0" kern="1200" baseline="0"/>
            <a:t> to handle team imbalance in the data.</a:t>
          </a:r>
          <a:endParaRPr lang="en-US" sz="1900" kern="1200"/>
        </a:p>
      </dsp:txBody>
      <dsp:txXfrm>
        <a:off x="477505" y="3745525"/>
        <a:ext cx="9823511" cy="598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EDA2-497A-028C-13C3-FA1F46A4E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01623-AEAB-6B68-BA77-34130D87A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8118-598F-D71E-A7C1-ECD8F24F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8C068-A3B7-3F2E-C724-045C1786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86075-9DA8-29FB-CD32-23982A31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E57F-D0FF-C4B3-51CD-4BAAF32F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95D4B-D75F-04BF-1451-BF1E84F0D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91D6C-5A48-226E-0FF6-4BDA1180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2CD5C-6BD0-FC32-CF42-06AA2FA4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0FEAD-7ED2-AAB9-3E1E-FB5B6223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4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2AFA-48DB-1692-2D45-1B8D646B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9F2FF-2D17-2A49-07D4-F256095AC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C251-3CB5-720C-608F-5CC96D54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47528-AD50-13C6-16D2-D42DCDBA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DD5C-146F-287F-9315-B3756B5C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6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0C7B-3921-6039-E151-54C759284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087AD-791C-8AF7-3A33-F2A5FC501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A2F2C-CC43-73FE-0EED-F89359E0A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9C4E0-C723-A051-C48B-9DC244C1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52690-BBD0-047B-0D80-78EE1B3A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A289B-1129-9F22-610A-2AAE5748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83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F321-CBE0-8048-7E73-4C7ECAB5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BF4C3-C1FB-2AA4-7049-E2A41C9A1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D1340-900D-EEBC-2F66-FE4B03D2D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2352BB-1A98-7E05-9310-46AAEDEB4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A2D77-5430-4D98-C809-547DF187E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30C12-49B0-09B3-ABC2-021158E0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42C4A-33F3-5A44-673D-6D726DFC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DBE3D-B5B5-0B87-4DE3-AEAF9501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8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2AF2-BAFE-034B-EA61-D090F956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E415D-F018-1D2F-57CC-C2C7CBA8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E4F37-724E-A80D-8547-C40EFC80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2B139-69C5-8500-E9E2-5E2866C4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6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C012D-8D63-A7C9-3086-69994DCB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FADA3-402E-6908-A01D-FC6F5898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21917-D46F-4DAB-C535-B7EFA7FB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1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0AC1-ED6B-B836-BD61-FA20791F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56657-7508-A58A-5687-D3FB56117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D9F13-549F-3815-E85F-87BE1D6C8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8DC46-8419-A6D7-BA82-3BBC488F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B970A-AD2C-7A7D-8B16-AACB941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B7E38-BB6D-FE8A-73DF-8567DD6BA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7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6A54-98D1-0570-444A-F2DD10B8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37DC5-A9A2-F899-22A8-CF93A9199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263E5-0ACA-BB2E-4E42-C82BC748F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1E341-530F-4E9C-AE08-237CB1F8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7A0DD-ED04-7560-B10E-986C70B1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A7AB-33C9-60EB-F74F-9751C557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8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5DB8-BDEE-3353-BF6E-E5193EFE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EC930-AF9A-237F-1446-E14A5D1C5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83EFC-4C3E-58DC-0840-802000EC0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6700D-D1AC-AF40-9D64-2A053AC3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38B45-F437-FDA5-3A96-E26667FE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8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489F0A-E5D1-D302-1222-C8BF61D42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BDD78-C8F0-02FE-9A3F-B1F381312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60ABF-6794-7386-737B-47A8D063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B0FFD-DF2B-4C5F-400C-EE956819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FF648-8491-28EE-CAA1-2FB0A649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170EAF-A0B2-0E0F-DC6E-4125D346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ACAB8-634F-CC14-53F8-2BCCA804C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762FD-C9AF-45EF-E4A6-DEA7B1F60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1656F-EECC-4408-AED8-AFA6A29E24B7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19B8C-6899-C6BB-9AD4-B48CFBA5B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D53AE-219C-D111-09F5-C9AA24D9E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2BDAE-5E9F-438D-9050-8FB26A62A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5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men in sports uniforms&#10;&#10;AI-generated content may be incorrect.">
            <a:extLst>
              <a:ext uri="{FF2B5EF4-FFF2-40B4-BE49-F238E27FC236}">
                <a16:creationId xmlns:a16="http://schemas.microsoft.com/office/drawing/2014/main" id="{80584340-C7D3-9CAE-920E-5AAEDB00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</a:blip>
          <a:srcRect t="33" b="2496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F3FDB8-D6EE-3EB5-FE4D-A510B52A3900}"/>
              </a:ext>
            </a:extLst>
          </p:cNvPr>
          <p:cNvSpPr txBox="1"/>
          <p:nvPr/>
        </p:nvSpPr>
        <p:spPr>
          <a:xfrm>
            <a:off x="1039368" y="484632"/>
            <a:ext cx="9686544" cy="1965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IPL Match Winner Prediction using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13955-5604-733B-E5EF-6FFD300E6576}"/>
              </a:ext>
            </a:extLst>
          </p:cNvPr>
          <p:cNvSpPr txBox="1"/>
          <p:nvPr/>
        </p:nvSpPr>
        <p:spPr>
          <a:xfrm>
            <a:off x="9015984" y="4041648"/>
            <a:ext cx="263347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SANJAIKUMAR 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 &amp; 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 2025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07-07-25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418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F8DDB6-1469-45E1-6D94-14F7A1676C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0E7A47-167B-BB52-7596-EF8DA9F9FDB7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</a:t>
            </a:r>
          </a:p>
        </p:txBody>
      </p:sp>
      <p:graphicFrame>
        <p:nvGraphicFramePr>
          <p:cNvPr id="9" name="TextBox 3">
            <a:extLst>
              <a:ext uri="{FF2B5EF4-FFF2-40B4-BE49-F238E27FC236}">
                <a16:creationId xmlns:a16="http://schemas.microsoft.com/office/drawing/2014/main" id="{246867BE-D70C-CD41-111C-57977D654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46668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5843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9CC4260-B615-E65C-BF75-FD8581DFE3D1}"/>
              </a:ext>
            </a:extLst>
          </p:cNvPr>
          <p:cNvSpPr txBox="1"/>
          <p:nvPr/>
        </p:nvSpPr>
        <p:spPr>
          <a:xfrm>
            <a:off x="630936" y="630936"/>
            <a:ext cx="4989918" cy="547864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DATASET OVERVIEW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4A9E3-D25C-ADA0-777A-F45B1E627F4A}"/>
              </a:ext>
            </a:extLst>
          </p:cNvPr>
          <p:cNvSpPr txBox="1"/>
          <p:nvPr/>
        </p:nvSpPr>
        <p:spPr>
          <a:xfrm>
            <a:off x="6041946" y="630936"/>
            <a:ext cx="4982273" cy="54786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IPL dataset from 2008–2019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Total Matches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756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Important 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team1, team2,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toss_winner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toss_decision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city, venue,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win_by_runs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win_by_wickets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winner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Target Variable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winner</a:t>
            </a:r>
          </a:p>
        </p:txBody>
      </p:sp>
    </p:spTree>
    <p:extLst>
      <p:ext uri="{BB962C8B-B14F-4D97-AF65-F5344CB8AC3E}">
        <p14:creationId xmlns:p14="http://schemas.microsoft.com/office/powerpoint/2010/main" val="2482442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FEF150-A431-46C4-6BCD-CF99040F6814}"/>
              </a:ext>
            </a:extLst>
          </p:cNvPr>
          <p:cNvSpPr txBox="1"/>
          <p:nvPr/>
        </p:nvSpPr>
        <p:spPr>
          <a:xfrm>
            <a:off x="284459" y="1415702"/>
            <a:ext cx="5081859" cy="3956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267546-3CC0-4467-00FF-00FD3DF82CC7}"/>
              </a:ext>
            </a:extLst>
          </p:cNvPr>
          <p:cNvSpPr txBox="1"/>
          <p:nvPr/>
        </p:nvSpPr>
        <p:spPr>
          <a:xfrm>
            <a:off x="6096000" y="1108061"/>
            <a:ext cx="5008901" cy="4571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Removed rows with missing or invalid winner values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Filled missing city values with </a:t>
            </a:r>
            <a:r>
              <a:rPr lang="en-US" altLang="en-US" sz="2000" dirty="0">
                <a:solidFill>
                  <a:schemeClr val="bg1"/>
                </a:solidFill>
              </a:rPr>
              <a:t>‘Dubai’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Dropped unhelpful columns: umpire1, umpire2, umpire3,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player_of_match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Corrected inconsistent team names</a:t>
            </a:r>
          </a:p>
          <a:p>
            <a:pPr marL="285750" marR="0" lvl="0" indent="-2286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Removed outliers (both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win_by_runs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win_by_wickets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&gt; 0 or both = 0)</a:t>
            </a:r>
          </a:p>
        </p:txBody>
      </p:sp>
    </p:spTree>
    <p:extLst>
      <p:ext uri="{BB962C8B-B14F-4D97-AF65-F5344CB8AC3E}">
        <p14:creationId xmlns:p14="http://schemas.microsoft.com/office/powerpoint/2010/main" val="3995613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4087C76-8EF0-9A8C-1055-C877719ECAEA}"/>
              </a:ext>
            </a:extLst>
          </p:cNvPr>
          <p:cNvSpPr txBox="1"/>
          <p:nvPr/>
        </p:nvSpPr>
        <p:spPr>
          <a:xfrm>
            <a:off x="630936" y="495992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 Engineering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AA774B4E-8C37-E84F-3DA3-B3F8EF435B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7473131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1372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EFD753D-6A49-46DD-9E82-AA6E2C62B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8A5824-1F4A-4EE7-BC13-5BB48FC08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044" y="321732"/>
            <a:ext cx="4568741" cy="6192603"/>
          </a:xfrm>
          <a:prstGeom prst="rect">
            <a:avLst/>
          </a:prstGeom>
          <a:solidFill>
            <a:srgbClr val="3336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A161A-2319-AE1A-36EB-771B804EEA8D}"/>
              </a:ext>
            </a:extLst>
          </p:cNvPr>
          <p:cNvSpPr txBox="1"/>
          <p:nvPr/>
        </p:nvSpPr>
        <p:spPr>
          <a:xfrm>
            <a:off x="798257" y="637523"/>
            <a:ext cx="3608896" cy="1690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Exploratory Data Analysis (EDA)</a:t>
            </a:r>
          </a:p>
        </p:txBody>
      </p:sp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24B1C61-979B-AF2E-38C9-DDA8D50CE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" r="25365" b="-4"/>
          <a:stretch>
            <a:fillRect/>
          </a:stretch>
        </p:blipFill>
        <p:spPr>
          <a:xfrm>
            <a:off x="4885366" y="343664"/>
            <a:ext cx="3007360" cy="20026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7EAD64-0565-3B51-0FBF-F786C440E800}"/>
              </a:ext>
            </a:extLst>
          </p:cNvPr>
          <p:cNvSpPr txBox="1"/>
          <p:nvPr/>
        </p:nvSpPr>
        <p:spPr>
          <a:xfrm>
            <a:off x="798256" y="2474260"/>
            <a:ext cx="3607930" cy="36771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Most Wins: Mumbai Indians, CSK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Toss Decision: Most teams prefer to field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Toss ≠ Match Win in many cases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Win by Runs mostly &lt; 50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Win by Wickets mostly between 6–8</a:t>
            </a:r>
          </a:p>
        </p:txBody>
      </p:sp>
      <p:pic>
        <p:nvPicPr>
          <p:cNvPr id="12" name="Picture 11" descr="A graph with orange rectangles&#10;&#10;AI-generated content may be incorrect.">
            <a:extLst>
              <a:ext uri="{FF2B5EF4-FFF2-40B4-BE49-F238E27FC236}">
                <a16:creationId xmlns:a16="http://schemas.microsoft.com/office/drawing/2014/main" id="{5169137B-B739-F3D9-1D74-BC18B166A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49" r="5264" b="-2"/>
          <a:stretch>
            <a:fillRect/>
          </a:stretch>
        </p:blipFill>
        <p:spPr>
          <a:xfrm>
            <a:off x="4954503" y="2390163"/>
            <a:ext cx="2609618" cy="20026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5901C1-F704-77D4-3268-0BD37709C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402" r="3" b="3"/>
          <a:stretch>
            <a:fillRect/>
          </a:stretch>
        </p:blipFill>
        <p:spPr>
          <a:xfrm>
            <a:off x="8046720" y="0"/>
            <a:ext cx="3819160" cy="3391469"/>
          </a:xfrm>
          <a:prstGeom prst="rect">
            <a:avLst/>
          </a:prstGeom>
        </p:spPr>
      </p:pic>
      <p:pic>
        <p:nvPicPr>
          <p:cNvPr id="10" name="Picture 9" descr="A pie chart with text on it&#10;&#10;AI-generated content may be incorrect.">
            <a:extLst>
              <a:ext uri="{FF2B5EF4-FFF2-40B4-BE49-F238E27FC236}">
                <a16:creationId xmlns:a16="http://schemas.microsoft.com/office/drawing/2014/main" id="{EAC18958-578A-0641-F5D5-E1B6F686D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0" r="7" b="5565"/>
          <a:stretch>
            <a:fillRect/>
          </a:stretch>
        </p:blipFill>
        <p:spPr>
          <a:xfrm>
            <a:off x="4976656" y="4511800"/>
            <a:ext cx="2249424" cy="20025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6DA7322-0E2A-627F-3D9A-E5E4E0CA00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01" r="3" b="3"/>
          <a:stretch>
            <a:fillRect/>
          </a:stretch>
        </p:blipFill>
        <p:spPr>
          <a:xfrm>
            <a:off x="7498403" y="3238338"/>
            <a:ext cx="4570677" cy="33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16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F4A57-16BF-56B2-6DA7-74CFB231C336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BUILDING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3FFD2-724C-B8F1-7C06-D71BB4881499}"/>
              </a:ext>
            </a:extLst>
          </p:cNvPr>
          <p:cNvSpPr txBox="1"/>
          <p:nvPr/>
        </p:nvSpPr>
        <p:spPr>
          <a:xfrm>
            <a:off x="4367687" y="1130883"/>
            <a:ext cx="5649393" cy="3787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Applied 6 models: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Logistic Regression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Support Vector Machine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K-Nearest Neighbors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Decision Tree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/>
              <a:t>Random Forest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 err="1"/>
              <a:t>XGBoost</a:t>
            </a:r>
            <a:endParaRPr lang="en-US" altLang="en-US" sz="2000" dirty="0"/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71" name="Graphic 70" descr="Checkmark">
            <a:extLst>
              <a:ext uri="{FF2B5EF4-FFF2-40B4-BE49-F238E27FC236}">
                <a16:creationId xmlns:a16="http://schemas.microsoft.com/office/drawing/2014/main" id="{D424E793-07D7-BE76-1BAC-F08A29631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582" y="174171"/>
            <a:ext cx="3615776" cy="36157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99E496-D656-857D-C63B-4F0D9BF07B57}"/>
              </a:ext>
            </a:extLst>
          </p:cNvPr>
          <p:cNvSpPr txBox="1"/>
          <p:nvPr/>
        </p:nvSpPr>
        <p:spPr>
          <a:xfrm>
            <a:off x="4367695" y="4470358"/>
            <a:ext cx="6167120" cy="995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/>
              <a:t>Used </a:t>
            </a:r>
            <a:r>
              <a:rPr lang="en-US" altLang="en-US" sz="1800" b="1" dirty="0" err="1"/>
              <a:t>GridSearchCV</a:t>
            </a:r>
            <a:r>
              <a:rPr lang="en-US" altLang="en-US" sz="1800" dirty="0"/>
              <a:t> for hyperparameter tuning</a:t>
            </a:r>
          </a:p>
          <a:p>
            <a:pPr marL="34290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/>
              <a:t>Used </a:t>
            </a:r>
            <a:r>
              <a:rPr lang="en-US" altLang="en-US" sz="1800" b="1" dirty="0"/>
              <a:t>SMOTE</a:t>
            </a:r>
            <a:r>
              <a:rPr lang="en-US" altLang="en-US" sz="1800" dirty="0"/>
              <a:t> for class imbalance handling</a:t>
            </a:r>
          </a:p>
          <a:p>
            <a:pPr marL="34290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1800" dirty="0"/>
              <a:t>Split data: 80% train, 20% test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50054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F943DEDC-2407-A0DA-E02C-F2412D348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75" r="1"/>
          <a:stretch>
            <a:fillRect/>
          </a:stretch>
        </p:blipFill>
        <p:spPr>
          <a:xfrm>
            <a:off x="626590" y="91441"/>
            <a:ext cx="10851111" cy="37345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B13969-9E8A-0243-55EB-86837F8EB952}"/>
              </a:ext>
            </a:extLst>
          </p:cNvPr>
          <p:cNvSpPr txBox="1"/>
          <p:nvPr/>
        </p:nvSpPr>
        <p:spPr>
          <a:xfrm>
            <a:off x="630936" y="4018137"/>
            <a:ext cx="4569060" cy="212958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 EVALUATION METRICS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0A119-0850-439C-B802-5E1BA95ACE78}"/>
              </a:ext>
            </a:extLst>
          </p:cNvPr>
          <p:cNvSpPr txBox="1"/>
          <p:nvPr/>
        </p:nvSpPr>
        <p:spPr>
          <a:xfrm>
            <a:off x="5322098" y="4289506"/>
            <a:ext cx="3035696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Accuracy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Precision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Recall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249271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A87A1-5B8B-77E2-4F82-E1379BEC8EC6}"/>
              </a:ext>
            </a:extLst>
          </p:cNvPr>
          <p:cNvSpPr txBox="1"/>
          <p:nvPr/>
        </p:nvSpPr>
        <p:spPr>
          <a:xfrm>
            <a:off x="838200" y="1641752"/>
            <a:ext cx="4391025" cy="1323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Best Performing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6FE01-901B-5945-94C1-12CB6150C21B}"/>
              </a:ext>
            </a:extLst>
          </p:cNvPr>
          <p:cNvSpPr txBox="1"/>
          <p:nvPr/>
        </p:nvSpPr>
        <p:spPr>
          <a:xfrm>
            <a:off x="838200" y="3146400"/>
            <a:ext cx="4391025" cy="2454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chemeClr val="bg1">
                    <a:alpha val="80000"/>
                  </a:schemeClr>
                </a:solidFill>
                <a:effectLst/>
              </a:rPr>
              <a:t>Model Name : XGBoost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chemeClr val="bg1">
                    <a:alpha val="80000"/>
                  </a:schemeClr>
                </a:solidFill>
                <a:effectLst/>
              </a:rPr>
              <a:t>Accuracy : 0.9866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chemeClr val="bg1">
                    <a:alpha val="80000"/>
                  </a:schemeClr>
                </a:solidFill>
                <a:effectLst/>
              </a:rPr>
              <a:t>Precision : 0.9881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chemeClr val="bg1">
                    <a:alpha val="80000"/>
                  </a:schemeClr>
                </a:solidFill>
                <a:effectLst/>
              </a:rPr>
              <a:t>Recall : 0.9866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chemeClr val="bg1">
                    <a:alpha val="80000"/>
                  </a:schemeClr>
                </a:solidFill>
                <a:effectLst/>
              </a:rPr>
              <a:t>F1 Score : 0.9868</a:t>
            </a:r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3CB88C-F044-905B-DAAC-C21B16D1E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738" y="1429488"/>
            <a:ext cx="4785498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13426-4E65-F65A-D924-D909BE18DBC6}"/>
              </a:ext>
            </a:extLst>
          </p:cNvPr>
          <p:cNvSpPr txBox="1"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INSIGHTS</a:t>
            </a:r>
          </a:p>
        </p:txBody>
      </p:sp>
      <p:graphicFrame>
        <p:nvGraphicFramePr>
          <p:cNvPr id="11" name="TextBox 5">
            <a:extLst>
              <a:ext uri="{FF2B5EF4-FFF2-40B4-BE49-F238E27FC236}">
                <a16:creationId xmlns:a16="http://schemas.microsoft.com/office/drawing/2014/main" id="{42F3D483-A2F9-D896-6747-3B90DF53A4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2594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73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EA059A8-BE52-D888-A511-2C757E5CBD9F}"/>
              </a:ext>
            </a:extLst>
          </p:cNvPr>
          <p:cNvSpPr txBox="1"/>
          <p:nvPr/>
        </p:nvSpPr>
        <p:spPr>
          <a:xfrm>
            <a:off x="1712915" y="1040400"/>
            <a:ext cx="7866060" cy="7078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6A34403-0DD8-06EB-4ECE-ADFA1BCB5D52}"/>
              </a:ext>
            </a:extLst>
          </p:cNvPr>
          <p:cNvSpPr txBox="1"/>
          <p:nvPr/>
        </p:nvSpPr>
        <p:spPr>
          <a:xfrm>
            <a:off x="1712914" y="3070719"/>
            <a:ext cx="9155714" cy="35037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Successfully cleaned and prepared IPL match data from 2008 to 2017.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Performed detailed Exploratory Data Analysis to identify patterns in match outcomes.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Applied machine learning models like Random Forest,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, and Logistic Regression.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Used SMOTE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GridSearchCV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to handle imbalance and optimize model performance.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XG Boost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delivered the best performance based on F1 Score and accuracy.</a:t>
            </a:r>
          </a:p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Model can predict the winner based on match conditions like toss, teams, and venue.</a:t>
            </a:r>
          </a:p>
        </p:txBody>
      </p:sp>
    </p:spTree>
    <p:extLst>
      <p:ext uri="{BB962C8B-B14F-4D97-AF65-F5344CB8AC3E}">
        <p14:creationId xmlns:p14="http://schemas.microsoft.com/office/powerpoint/2010/main" val="58577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C59E6A-8FB0-1F77-713B-A68A2DBBA4D3}"/>
              </a:ext>
            </a:extLst>
          </p:cNvPr>
          <p:cNvSpPr txBox="1"/>
          <p:nvPr/>
        </p:nvSpPr>
        <p:spPr>
          <a:xfrm>
            <a:off x="2399234" y="2073715"/>
            <a:ext cx="6935759" cy="2993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1883640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399233" y="5066757"/>
            <a:ext cx="693576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3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446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Sanjaikumar S</dc:creator>
  <cp:lastModifiedBy>Sanjaikumar S</cp:lastModifiedBy>
  <cp:revision>9</cp:revision>
  <dcterms:created xsi:type="dcterms:W3CDTF">2025-07-06T11:28:44Z</dcterms:created>
  <dcterms:modified xsi:type="dcterms:W3CDTF">2025-07-07T05:25:25Z</dcterms:modified>
</cp:coreProperties>
</file>